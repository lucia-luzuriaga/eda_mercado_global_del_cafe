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8" r:id="rId4"/>
    <p:sldId id="258" r:id="rId5"/>
    <p:sldId id="275" r:id="rId6"/>
    <p:sldId id="260" r:id="rId7"/>
    <p:sldId id="265" r:id="rId8"/>
    <p:sldId id="267" r:id="rId9"/>
    <p:sldId id="280" r:id="rId10"/>
    <p:sldId id="270" r:id="rId11"/>
    <p:sldId id="271" r:id="rId12"/>
    <p:sldId id="272" r:id="rId13"/>
    <p:sldId id="273" r:id="rId14"/>
    <p:sldId id="274" r:id="rId15"/>
    <p:sldId id="279" r:id="rId1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E0936-A18E-4B64-9F9B-B49EDA72796D}" v="70" dt="2025-12-24T15:28:59.60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Hoyos Toscano" userId="f696a549be9143e3" providerId="LiveId" clId="{59332D42-0773-465C-92CB-9E2073AEC025}"/>
    <pc:docChg chg="undo redo custSel addSld delSld modSld sldOrd">
      <pc:chgData name="Diana Hoyos Toscano" userId="f696a549be9143e3" providerId="LiveId" clId="{59332D42-0773-465C-92CB-9E2073AEC025}" dt="2025-12-27T10:18:49.973" v="1397" actId="20577"/>
      <pc:docMkLst>
        <pc:docMk/>
      </pc:docMkLst>
      <pc:sldChg chg="addSp delSp modSp mod modMedia addAnim delAnim setClrOvrMap">
        <pc:chgData name="Diana Hoyos Toscano" userId="f696a549be9143e3" providerId="LiveId" clId="{59332D42-0773-465C-92CB-9E2073AEC025}" dt="2025-12-24T15:05:33.704" v="1325" actId="26606"/>
        <pc:sldMkLst>
          <pc:docMk/>
          <pc:sldMk cId="2802825781" sldId="256"/>
        </pc:sldMkLst>
        <pc:spChg chg="mod">
          <ac:chgData name="Diana Hoyos Toscano" userId="f696a549be9143e3" providerId="LiveId" clId="{59332D42-0773-465C-92CB-9E2073AEC025}" dt="2025-12-24T15:05:33.704" v="1325" actId="26606"/>
          <ac:spMkLst>
            <pc:docMk/>
            <pc:sldMk cId="2802825781" sldId="256"/>
            <ac:spMk id="2" creationId="{E2F42051-6DB8-DC9F-841B-454B75D9570B}"/>
          </ac:spMkLst>
        </pc:spChg>
        <pc:spChg chg="mod">
          <ac:chgData name="Diana Hoyos Toscano" userId="f696a549be9143e3" providerId="LiveId" clId="{59332D42-0773-465C-92CB-9E2073AEC025}" dt="2025-12-24T15:05:33.704" v="1325" actId="26606"/>
          <ac:spMkLst>
            <pc:docMk/>
            <pc:sldMk cId="2802825781" sldId="256"/>
            <ac:spMk id="3" creationId="{D69476F3-93FE-A1DC-1EA3-28CF096A4795}"/>
          </ac:spMkLst>
        </pc:spChg>
        <pc:spChg chg="add">
          <ac:chgData name="Diana Hoyos Toscano" userId="f696a549be9143e3" providerId="LiveId" clId="{59332D42-0773-465C-92CB-9E2073AEC025}" dt="2025-12-24T15:05:33.704" v="1325" actId="26606"/>
          <ac:spMkLst>
            <pc:docMk/>
            <pc:sldMk cId="2802825781" sldId="256"/>
            <ac:spMk id="61" creationId="{76906711-0AFB-47DD-A4B6-4E94B38B8C91}"/>
          </ac:spMkLst>
        </pc:spChg>
        <pc:spChg chg="add">
          <ac:chgData name="Diana Hoyos Toscano" userId="f696a549be9143e3" providerId="LiveId" clId="{59332D42-0773-465C-92CB-9E2073AEC025}" dt="2025-12-24T15:05:33.704" v="1325" actId="26606"/>
          <ac:spMkLst>
            <pc:docMk/>
            <pc:sldMk cId="2802825781" sldId="256"/>
            <ac:spMk id="62" creationId="{AA91F649-894C-41F6-A21D-3D1AC558E934}"/>
          </ac:spMkLst>
        </pc:spChg>
        <pc:spChg chg="add">
          <ac:chgData name="Diana Hoyos Toscano" userId="f696a549be9143e3" providerId="LiveId" clId="{59332D42-0773-465C-92CB-9E2073AEC025}" dt="2025-12-24T15:05:33.704" v="1325" actId="26606"/>
          <ac:spMkLst>
            <pc:docMk/>
            <pc:sldMk cId="2802825781" sldId="256"/>
            <ac:spMk id="63" creationId="{56037404-66BD-46B5-9323-1B531319671A}"/>
          </ac:spMkLst>
        </pc:spChg>
        <pc:picChg chg="add mod">
          <ac:chgData name="Diana Hoyos Toscano" userId="f696a549be9143e3" providerId="LiveId" clId="{59332D42-0773-465C-92CB-9E2073AEC025}" dt="2025-12-24T15:05:33.704" v="1325" actId="26606"/>
          <ac:picMkLst>
            <pc:docMk/>
            <pc:sldMk cId="2802825781" sldId="256"/>
            <ac:picMk id="5" creationId="{C97ACF9D-D370-BDD7-D66C-0C5B8ECF1BBF}"/>
          </ac:picMkLst>
        </pc:picChg>
      </pc:sldChg>
      <pc:sldChg chg="modSp mod ord">
        <pc:chgData name="Diana Hoyos Toscano" userId="f696a549be9143e3" providerId="LiveId" clId="{59332D42-0773-465C-92CB-9E2073AEC025}" dt="2025-12-24T15:29:09.445" v="1393" actId="255"/>
        <pc:sldMkLst>
          <pc:docMk/>
          <pc:sldMk cId="363912960" sldId="257"/>
        </pc:sldMkLst>
        <pc:spChg chg="mod">
          <ac:chgData name="Diana Hoyos Toscano" userId="f696a549be9143e3" providerId="LiveId" clId="{59332D42-0773-465C-92CB-9E2073AEC025}" dt="2025-12-24T15:29:09.445" v="1393" actId="255"/>
          <ac:spMkLst>
            <pc:docMk/>
            <pc:sldMk cId="363912960" sldId="257"/>
            <ac:spMk id="2" creationId="{6745D83F-8C3E-0ADE-7E61-42DA420E382E}"/>
          </ac:spMkLst>
        </pc:spChg>
        <pc:spChg chg="mod">
          <ac:chgData name="Diana Hoyos Toscano" userId="f696a549be9143e3" providerId="LiveId" clId="{59332D42-0773-465C-92CB-9E2073AEC025}" dt="2025-12-24T14:43:50.242" v="1274" actId="207"/>
          <ac:spMkLst>
            <pc:docMk/>
            <pc:sldMk cId="363912960" sldId="257"/>
            <ac:spMk id="4" creationId="{1521DAAA-90AF-DD57-0552-20E1E896722E}"/>
          </ac:spMkLst>
        </pc:spChg>
        <pc:picChg chg="mod">
          <ac:chgData name="Diana Hoyos Toscano" userId="f696a549be9143e3" providerId="LiveId" clId="{59332D42-0773-465C-92CB-9E2073AEC025}" dt="2025-12-24T14:43:41.295" v="1273" actId="14100"/>
          <ac:picMkLst>
            <pc:docMk/>
            <pc:sldMk cId="363912960" sldId="257"/>
            <ac:picMk id="5" creationId="{112DC6D4-12B0-480A-BD3C-BE21F83DE31A}"/>
          </ac:picMkLst>
        </pc:picChg>
      </pc:sldChg>
      <pc:sldChg chg="modSp mod">
        <pc:chgData name="Diana Hoyos Toscano" userId="f696a549be9143e3" providerId="LiveId" clId="{59332D42-0773-465C-92CB-9E2073AEC025}" dt="2025-12-23T19:04:41.156" v="898" actId="20577"/>
        <pc:sldMkLst>
          <pc:docMk/>
          <pc:sldMk cId="1126232255" sldId="258"/>
        </pc:sldMkLst>
        <pc:spChg chg="mod">
          <ac:chgData name="Diana Hoyos Toscano" userId="f696a549be9143e3" providerId="LiveId" clId="{59332D42-0773-465C-92CB-9E2073AEC025}" dt="2025-12-23T19:04:41.156" v="898" actId="20577"/>
          <ac:spMkLst>
            <pc:docMk/>
            <pc:sldMk cId="1126232255" sldId="258"/>
            <ac:spMk id="3" creationId="{7FA34C61-DC70-47A1-D8D5-817B32FAD464}"/>
          </ac:spMkLst>
        </pc:spChg>
      </pc:sldChg>
      <pc:sldChg chg="addSp delSp modSp mod setBg setClrOvrMap">
        <pc:chgData name="Diana Hoyos Toscano" userId="f696a549be9143e3" providerId="LiveId" clId="{59332D42-0773-465C-92CB-9E2073AEC025}" dt="2025-12-23T19:30:50.961" v="1183" actId="931"/>
        <pc:sldMkLst>
          <pc:docMk/>
          <pc:sldMk cId="545719194" sldId="260"/>
        </pc:sldMkLst>
        <pc:spChg chg="mod">
          <ac:chgData name="Diana Hoyos Toscano" userId="f696a549be9143e3" providerId="LiveId" clId="{59332D42-0773-465C-92CB-9E2073AEC025}" dt="2025-12-23T19:30:49.761" v="1181" actId="26606"/>
          <ac:spMkLst>
            <pc:docMk/>
            <pc:sldMk cId="545719194" sldId="260"/>
            <ac:spMk id="2" creationId="{289A1BA7-F751-61B0-597A-09749870B750}"/>
          </ac:spMkLst>
        </pc:spChg>
        <pc:spChg chg="mod">
          <ac:chgData name="Diana Hoyos Toscano" userId="f696a549be9143e3" providerId="LiveId" clId="{59332D42-0773-465C-92CB-9E2073AEC025}" dt="2025-12-23T19:30:49.761" v="1181" actId="26606"/>
          <ac:spMkLst>
            <pc:docMk/>
            <pc:sldMk cId="545719194" sldId="260"/>
            <ac:spMk id="4" creationId="{4B7A7D75-A737-57F2-8CEE-CEFF4C5C3C38}"/>
          </ac:spMkLst>
        </pc:spChg>
      </pc:sldChg>
      <pc:sldChg chg="addSp delSp modSp mod">
        <pc:chgData name="Diana Hoyos Toscano" userId="f696a549be9143e3" providerId="LiveId" clId="{59332D42-0773-465C-92CB-9E2073AEC025}" dt="2025-12-22T10:51:17.136" v="878" actId="1076"/>
        <pc:sldMkLst>
          <pc:docMk/>
          <pc:sldMk cId="2533562809" sldId="265"/>
        </pc:sldMkLst>
        <pc:spChg chg="add mod">
          <ac:chgData name="Diana Hoyos Toscano" userId="f696a549be9143e3" providerId="LiveId" clId="{59332D42-0773-465C-92CB-9E2073AEC025}" dt="2025-12-22T10:51:17.136" v="878" actId="1076"/>
          <ac:spMkLst>
            <pc:docMk/>
            <pc:sldMk cId="2533562809" sldId="265"/>
            <ac:spMk id="4" creationId="{BFF13B2F-B4BD-F6D8-42A7-A62927ABC01D}"/>
          </ac:spMkLst>
        </pc:spChg>
        <pc:spChg chg="mod">
          <ac:chgData name="Diana Hoyos Toscano" userId="f696a549be9143e3" providerId="LiveId" clId="{59332D42-0773-465C-92CB-9E2073AEC025}" dt="2025-12-22T10:42:01.159" v="867" actId="1076"/>
          <ac:spMkLst>
            <pc:docMk/>
            <pc:sldMk cId="2533562809" sldId="265"/>
            <ac:spMk id="6" creationId="{F7818B07-0ECA-F29D-CF73-3243763692E4}"/>
          </ac:spMkLst>
        </pc:spChg>
      </pc:sldChg>
      <pc:sldChg chg="addSp modSp mod">
        <pc:chgData name="Diana Hoyos Toscano" userId="f696a549be9143e3" providerId="LiveId" clId="{59332D42-0773-465C-92CB-9E2073AEC025}" dt="2025-12-24T15:14:02.374" v="1346" actId="5793"/>
        <pc:sldMkLst>
          <pc:docMk/>
          <pc:sldMk cId="2628669903" sldId="267"/>
        </pc:sldMkLst>
        <pc:spChg chg="mod">
          <ac:chgData name="Diana Hoyos Toscano" userId="f696a549be9143e3" providerId="LiveId" clId="{59332D42-0773-465C-92CB-9E2073AEC025}" dt="2025-12-24T15:14:02.374" v="1346" actId="5793"/>
          <ac:spMkLst>
            <pc:docMk/>
            <pc:sldMk cId="2628669903" sldId="267"/>
            <ac:spMk id="3" creationId="{50CA07F3-6623-0786-B87C-D1F54F6B74D4}"/>
          </ac:spMkLst>
        </pc:spChg>
        <pc:spChg chg="add mod">
          <ac:chgData name="Diana Hoyos Toscano" userId="f696a549be9143e3" providerId="LiveId" clId="{59332D42-0773-465C-92CB-9E2073AEC025}" dt="2025-12-24T15:13:44.606" v="1343" actId="1076"/>
          <ac:spMkLst>
            <pc:docMk/>
            <pc:sldMk cId="2628669903" sldId="267"/>
            <ac:spMk id="6" creationId="{7446C8AB-BB4E-70E6-D1D5-A25AE8BF2A73}"/>
          </ac:spMkLst>
        </pc:spChg>
      </pc:sldChg>
      <pc:sldChg chg="addSp delSp modSp new mod setBg">
        <pc:chgData name="Diana Hoyos Toscano" userId="f696a549be9143e3" providerId="LiveId" clId="{59332D42-0773-465C-92CB-9E2073AEC025}" dt="2025-12-22T10:16:01.456" v="536" actId="113"/>
        <pc:sldMkLst>
          <pc:docMk/>
          <pc:sldMk cId="1455906797" sldId="270"/>
        </pc:sldMkLst>
        <pc:spChg chg="mod">
          <ac:chgData name="Diana Hoyos Toscano" userId="f696a549be9143e3" providerId="LiveId" clId="{59332D42-0773-465C-92CB-9E2073AEC025}" dt="2025-12-22T10:16:01.456" v="536" actId="113"/>
          <ac:spMkLst>
            <pc:docMk/>
            <pc:sldMk cId="1455906797" sldId="270"/>
            <ac:spMk id="2" creationId="{7DC1579D-5286-7354-0515-083378494201}"/>
          </ac:spMkLst>
        </pc:spChg>
        <pc:spChg chg="mod ord">
          <ac:chgData name="Diana Hoyos Toscano" userId="f696a549be9143e3" providerId="LiveId" clId="{59332D42-0773-465C-92CB-9E2073AEC025}" dt="2025-12-22T10:13:02.173" v="473" actId="26606"/>
          <ac:spMkLst>
            <pc:docMk/>
            <pc:sldMk cId="1455906797" sldId="270"/>
            <ac:spMk id="3" creationId="{6B99A900-EA6E-4D3E-ADEE-880B88F3A7C3}"/>
          </ac:spMkLst>
        </pc:spChg>
        <pc:spChg chg="add">
          <ac:chgData name="Diana Hoyos Toscano" userId="f696a549be9143e3" providerId="LiveId" clId="{59332D42-0773-465C-92CB-9E2073AEC025}" dt="2025-12-22T10:13:02.173" v="473" actId="26606"/>
          <ac:spMkLst>
            <pc:docMk/>
            <pc:sldMk cId="1455906797" sldId="270"/>
            <ac:spMk id="28" creationId="{131BAD53-4E89-4F62-BBB7-26359763ED39}"/>
          </ac:spMkLst>
        </pc:spChg>
        <pc:spChg chg="add">
          <ac:chgData name="Diana Hoyos Toscano" userId="f696a549be9143e3" providerId="LiveId" clId="{59332D42-0773-465C-92CB-9E2073AEC025}" dt="2025-12-22T10:13:02.173" v="473" actId="26606"/>
          <ac:spMkLst>
            <pc:docMk/>
            <pc:sldMk cId="1455906797" sldId="270"/>
            <ac:spMk id="29" creationId="{62756DA2-40EB-4C6F-B962-5822FFB54FB6}"/>
          </ac:spMkLst>
        </pc:spChg>
        <pc:picChg chg="add mod ord">
          <ac:chgData name="Diana Hoyos Toscano" userId="f696a549be9143e3" providerId="LiveId" clId="{59332D42-0773-465C-92CB-9E2073AEC025}" dt="2025-12-22T10:13:02.173" v="473" actId="26606"/>
          <ac:picMkLst>
            <pc:docMk/>
            <pc:sldMk cId="1455906797" sldId="270"/>
            <ac:picMk id="5" creationId="{C79EB642-E09C-1C74-BCCE-097C9963D362}"/>
          </ac:picMkLst>
        </pc:picChg>
      </pc:sldChg>
      <pc:sldChg chg="addSp modSp new mod setBg">
        <pc:chgData name="Diana Hoyos Toscano" userId="f696a549be9143e3" providerId="LiveId" clId="{59332D42-0773-465C-92CB-9E2073AEC025}" dt="2025-12-22T10:18:55.152" v="588" actId="14100"/>
        <pc:sldMkLst>
          <pc:docMk/>
          <pc:sldMk cId="3463136037" sldId="271"/>
        </pc:sldMkLst>
        <pc:spChg chg="mod">
          <ac:chgData name="Diana Hoyos Toscano" userId="f696a549be9143e3" providerId="LiveId" clId="{59332D42-0773-465C-92CB-9E2073AEC025}" dt="2025-12-22T10:18:55.152" v="588" actId="14100"/>
          <ac:spMkLst>
            <pc:docMk/>
            <pc:sldMk cId="3463136037" sldId="271"/>
            <ac:spMk id="2" creationId="{E0809B9C-BF0F-A06C-83C1-24F6CCC7BBC8}"/>
          </ac:spMkLst>
        </pc:spChg>
        <pc:spChg chg="mod">
          <ac:chgData name="Diana Hoyos Toscano" userId="f696a549be9143e3" providerId="LiveId" clId="{59332D42-0773-465C-92CB-9E2073AEC025}" dt="2025-12-22T10:15:33.657" v="534" actId="6549"/>
          <ac:spMkLst>
            <pc:docMk/>
            <pc:sldMk cId="3463136037" sldId="271"/>
            <ac:spMk id="3" creationId="{BF8CA22C-B68F-93F4-66D9-E6DBBF601F4B}"/>
          </ac:spMkLst>
        </pc:spChg>
        <pc:spChg chg="add">
          <ac:chgData name="Diana Hoyos Toscano" userId="f696a549be9143e3" providerId="LiveId" clId="{59332D42-0773-465C-92CB-9E2073AEC025}" dt="2025-12-22T10:15:19.566" v="532" actId="26606"/>
          <ac:spMkLst>
            <pc:docMk/>
            <pc:sldMk cId="3463136037" sldId="271"/>
            <ac:spMk id="10" creationId="{131BAD53-4E89-4F62-BBB7-26359763ED39}"/>
          </ac:spMkLst>
        </pc:spChg>
        <pc:spChg chg="add">
          <ac:chgData name="Diana Hoyos Toscano" userId="f696a549be9143e3" providerId="LiveId" clId="{59332D42-0773-465C-92CB-9E2073AEC025}" dt="2025-12-22T10:15:19.566" v="532" actId="26606"/>
          <ac:spMkLst>
            <pc:docMk/>
            <pc:sldMk cId="3463136037" sldId="271"/>
            <ac:spMk id="12" creationId="{62756DA2-40EB-4C6F-B962-5822FFB54FB6}"/>
          </ac:spMkLst>
        </pc:spChg>
        <pc:picChg chg="add mod">
          <ac:chgData name="Diana Hoyos Toscano" userId="f696a549be9143e3" providerId="LiveId" clId="{59332D42-0773-465C-92CB-9E2073AEC025}" dt="2025-12-22T10:15:19.566" v="532" actId="26606"/>
          <ac:picMkLst>
            <pc:docMk/>
            <pc:sldMk cId="3463136037" sldId="271"/>
            <ac:picMk id="5" creationId="{7CCD1F8C-745B-D415-7DE0-21E18A1CDEA0}"/>
          </ac:picMkLst>
        </pc:picChg>
      </pc:sldChg>
      <pc:sldChg chg="addSp modSp new mod setBg">
        <pc:chgData name="Diana Hoyos Toscano" userId="f696a549be9143e3" providerId="LiveId" clId="{59332D42-0773-465C-92CB-9E2073AEC025}" dt="2025-12-22T10:19:09.286" v="591" actId="1076"/>
        <pc:sldMkLst>
          <pc:docMk/>
          <pc:sldMk cId="1079836382" sldId="272"/>
        </pc:sldMkLst>
        <pc:spChg chg="mod">
          <ac:chgData name="Diana Hoyos Toscano" userId="f696a549be9143e3" providerId="LiveId" clId="{59332D42-0773-465C-92CB-9E2073AEC025}" dt="2025-12-22T10:19:05.430" v="590" actId="113"/>
          <ac:spMkLst>
            <pc:docMk/>
            <pc:sldMk cId="1079836382" sldId="272"/>
            <ac:spMk id="2" creationId="{C4D657E8-DEE8-D02D-C88D-3D0CB87F0CE5}"/>
          </ac:spMkLst>
        </pc:spChg>
        <pc:spChg chg="mod">
          <ac:chgData name="Diana Hoyos Toscano" userId="f696a549be9143e3" providerId="LiveId" clId="{59332D42-0773-465C-92CB-9E2073AEC025}" dt="2025-12-22T10:19:09.286" v="591" actId="1076"/>
          <ac:spMkLst>
            <pc:docMk/>
            <pc:sldMk cId="1079836382" sldId="272"/>
            <ac:spMk id="3" creationId="{408F3F6B-AD90-FDCB-E341-5A1526A74AEE}"/>
          </ac:spMkLst>
        </pc:spChg>
        <pc:spChg chg="add">
          <ac:chgData name="Diana Hoyos Toscano" userId="f696a549be9143e3" providerId="LiveId" clId="{59332D42-0773-465C-92CB-9E2073AEC025}" dt="2025-12-22T10:18:08.720" v="585" actId="26606"/>
          <ac:spMkLst>
            <pc:docMk/>
            <pc:sldMk cId="1079836382" sldId="272"/>
            <ac:spMk id="10" creationId="{131BAD53-4E89-4F62-BBB7-26359763ED39}"/>
          </ac:spMkLst>
        </pc:spChg>
        <pc:spChg chg="add">
          <ac:chgData name="Diana Hoyos Toscano" userId="f696a549be9143e3" providerId="LiveId" clId="{59332D42-0773-465C-92CB-9E2073AEC025}" dt="2025-12-22T10:18:08.720" v="585" actId="26606"/>
          <ac:spMkLst>
            <pc:docMk/>
            <pc:sldMk cId="1079836382" sldId="272"/>
            <ac:spMk id="12" creationId="{62756DA2-40EB-4C6F-B962-5822FFB54FB6}"/>
          </ac:spMkLst>
        </pc:spChg>
        <pc:picChg chg="add mod">
          <ac:chgData name="Diana Hoyos Toscano" userId="f696a549be9143e3" providerId="LiveId" clId="{59332D42-0773-465C-92CB-9E2073AEC025}" dt="2025-12-22T10:18:08.720" v="585" actId="26606"/>
          <ac:picMkLst>
            <pc:docMk/>
            <pc:sldMk cId="1079836382" sldId="272"/>
            <ac:picMk id="5" creationId="{A6A9C449-57FB-9240-5F5B-132C89939FBF}"/>
          </ac:picMkLst>
        </pc:picChg>
      </pc:sldChg>
      <pc:sldChg chg="addSp modSp new mod setBg">
        <pc:chgData name="Diana Hoyos Toscano" userId="f696a549be9143e3" providerId="LiveId" clId="{59332D42-0773-465C-92CB-9E2073AEC025}" dt="2025-12-22T10:38:15.795" v="769" actId="255"/>
        <pc:sldMkLst>
          <pc:docMk/>
          <pc:sldMk cId="3368477787" sldId="273"/>
        </pc:sldMkLst>
        <pc:spChg chg="mod">
          <ac:chgData name="Diana Hoyos Toscano" userId="f696a549be9143e3" providerId="LiveId" clId="{59332D42-0773-465C-92CB-9E2073AEC025}" dt="2025-12-22T10:38:15.795" v="769" actId="255"/>
          <ac:spMkLst>
            <pc:docMk/>
            <pc:sldMk cId="3368477787" sldId="273"/>
            <ac:spMk id="2" creationId="{83B60F29-94D6-16D0-2164-6614FC9D2B3F}"/>
          </ac:spMkLst>
        </pc:spChg>
        <pc:spChg chg="mod">
          <ac:chgData name="Diana Hoyos Toscano" userId="f696a549be9143e3" providerId="LiveId" clId="{59332D42-0773-465C-92CB-9E2073AEC025}" dt="2025-12-22T10:25:21.849" v="644" actId="27636"/>
          <ac:spMkLst>
            <pc:docMk/>
            <pc:sldMk cId="3368477787" sldId="273"/>
            <ac:spMk id="3" creationId="{B00009BA-051F-3D3B-6B77-E4905494D0F1}"/>
          </ac:spMkLst>
        </pc:spChg>
        <pc:spChg chg="add">
          <ac:chgData name="Diana Hoyos Toscano" userId="f696a549be9143e3" providerId="LiveId" clId="{59332D42-0773-465C-92CB-9E2073AEC025}" dt="2025-12-22T10:24:56.361" v="639" actId="26606"/>
          <ac:spMkLst>
            <pc:docMk/>
            <pc:sldMk cId="3368477787" sldId="273"/>
            <ac:spMk id="10" creationId="{131BAD53-4E89-4F62-BBB7-26359763ED39}"/>
          </ac:spMkLst>
        </pc:spChg>
        <pc:spChg chg="add">
          <ac:chgData name="Diana Hoyos Toscano" userId="f696a549be9143e3" providerId="LiveId" clId="{59332D42-0773-465C-92CB-9E2073AEC025}" dt="2025-12-22T10:24:56.361" v="639" actId="26606"/>
          <ac:spMkLst>
            <pc:docMk/>
            <pc:sldMk cId="3368477787" sldId="273"/>
            <ac:spMk id="12" creationId="{62756DA2-40EB-4C6F-B962-5822FFB54FB6}"/>
          </ac:spMkLst>
        </pc:spChg>
        <pc:picChg chg="add mod">
          <ac:chgData name="Diana Hoyos Toscano" userId="f696a549be9143e3" providerId="LiveId" clId="{59332D42-0773-465C-92CB-9E2073AEC025}" dt="2025-12-22T10:24:56.361" v="639" actId="26606"/>
          <ac:picMkLst>
            <pc:docMk/>
            <pc:sldMk cId="3368477787" sldId="273"/>
            <ac:picMk id="5" creationId="{E1D99745-DB61-792E-DAD8-F55A32147A4F}"/>
          </ac:picMkLst>
        </pc:picChg>
      </pc:sldChg>
      <pc:sldChg chg="addSp delSp modSp new mod setBg">
        <pc:chgData name="Diana Hoyos Toscano" userId="f696a549be9143e3" providerId="LiveId" clId="{59332D42-0773-465C-92CB-9E2073AEC025}" dt="2025-12-27T10:18:49.973" v="1397" actId="20577"/>
        <pc:sldMkLst>
          <pc:docMk/>
          <pc:sldMk cId="2493400988" sldId="274"/>
        </pc:sldMkLst>
        <pc:spChg chg="mod">
          <ac:chgData name="Diana Hoyos Toscano" userId="f696a549be9143e3" providerId="LiveId" clId="{59332D42-0773-465C-92CB-9E2073AEC025}" dt="2025-12-27T10:18:49.973" v="1397" actId="20577"/>
          <ac:spMkLst>
            <pc:docMk/>
            <pc:sldMk cId="2493400988" sldId="274"/>
            <ac:spMk id="2" creationId="{2B99AA29-1C37-BF92-B77A-254DAE3EEACB}"/>
          </ac:spMkLst>
        </pc:spChg>
        <pc:spChg chg="mod">
          <ac:chgData name="Diana Hoyos Toscano" userId="f696a549be9143e3" providerId="LiveId" clId="{59332D42-0773-465C-92CB-9E2073AEC025}" dt="2025-12-22T10:38:01.350" v="768" actId="26606"/>
          <ac:spMkLst>
            <pc:docMk/>
            <pc:sldMk cId="2493400988" sldId="274"/>
            <ac:spMk id="3" creationId="{34956DC4-30C3-0CEE-DD79-DAF0B60C395A}"/>
          </ac:spMkLst>
        </pc:spChg>
        <pc:spChg chg="add">
          <ac:chgData name="Diana Hoyos Toscano" userId="f696a549be9143e3" providerId="LiveId" clId="{59332D42-0773-465C-92CB-9E2073AEC025}" dt="2025-12-22T10:38:01.350" v="768" actId="26606"/>
          <ac:spMkLst>
            <pc:docMk/>
            <pc:sldMk cId="2493400988" sldId="274"/>
            <ac:spMk id="19" creationId="{F821940F-7A1D-4ACC-85B4-A932898ABB37}"/>
          </ac:spMkLst>
        </pc:spChg>
        <pc:spChg chg="add">
          <ac:chgData name="Diana Hoyos Toscano" userId="f696a549be9143e3" providerId="LiveId" clId="{59332D42-0773-465C-92CB-9E2073AEC025}" dt="2025-12-22T10:38:01.350" v="768" actId="26606"/>
          <ac:spMkLst>
            <pc:docMk/>
            <pc:sldMk cId="2493400988" sldId="274"/>
            <ac:spMk id="21" creationId="{16674508-81D3-48CF-96BF-7FC60EAA572A}"/>
          </ac:spMkLst>
        </pc:spChg>
        <pc:picChg chg="add mod">
          <ac:chgData name="Diana Hoyos Toscano" userId="f696a549be9143e3" providerId="LiveId" clId="{59332D42-0773-465C-92CB-9E2073AEC025}" dt="2025-12-22T10:38:01.350" v="768" actId="26606"/>
          <ac:picMkLst>
            <pc:docMk/>
            <pc:sldMk cId="2493400988" sldId="274"/>
            <ac:picMk id="5" creationId="{C12CB911-F014-D596-C958-E6CA732305B6}"/>
          </ac:picMkLst>
        </pc:picChg>
      </pc:sldChg>
      <pc:sldChg chg="addSp delSp modSp new mod modTransition setBg setClrOvrMap">
        <pc:chgData name="Diana Hoyos Toscano" userId="f696a549be9143e3" providerId="LiveId" clId="{59332D42-0773-465C-92CB-9E2073AEC025}" dt="2025-12-23T19:38:49.681" v="1213" actId="14100"/>
        <pc:sldMkLst>
          <pc:docMk/>
          <pc:sldMk cId="3322140748" sldId="275"/>
        </pc:sldMkLst>
        <pc:spChg chg="mod">
          <ac:chgData name="Diana Hoyos Toscano" userId="f696a549be9143e3" providerId="LiveId" clId="{59332D42-0773-465C-92CB-9E2073AEC025}" dt="2025-12-23T19:38:05.322" v="1205" actId="26606"/>
          <ac:spMkLst>
            <pc:docMk/>
            <pc:sldMk cId="3322140748" sldId="275"/>
            <ac:spMk id="2" creationId="{16D2FE82-E795-8E44-9F95-A58816EE258B}"/>
          </ac:spMkLst>
        </pc:spChg>
        <pc:spChg chg="add del mod ord">
          <ac:chgData name="Diana Hoyos Toscano" userId="f696a549be9143e3" providerId="LiveId" clId="{59332D42-0773-465C-92CB-9E2073AEC025}" dt="2025-12-23T19:38:49.681" v="1213" actId="14100"/>
          <ac:spMkLst>
            <pc:docMk/>
            <pc:sldMk cId="3322140748" sldId="275"/>
            <ac:spMk id="3" creationId="{6457FA94-C8FA-8E8F-B47E-79D7DEF210E0}"/>
          </ac:spMkLst>
        </pc:spChg>
        <pc:spChg chg="add">
          <ac:chgData name="Diana Hoyos Toscano" userId="f696a549be9143e3" providerId="LiveId" clId="{59332D42-0773-465C-92CB-9E2073AEC025}" dt="2025-12-23T19:38:05.322" v="1205" actId="26606"/>
          <ac:spMkLst>
            <pc:docMk/>
            <pc:sldMk cId="3322140748" sldId="275"/>
            <ac:spMk id="198" creationId="{637B2035-1FCB-439A-B421-095E136C7E07}"/>
          </ac:spMkLst>
        </pc:spChg>
        <pc:spChg chg="add">
          <ac:chgData name="Diana Hoyos Toscano" userId="f696a549be9143e3" providerId="LiveId" clId="{59332D42-0773-465C-92CB-9E2073AEC025}" dt="2025-12-23T19:38:05.322" v="1205" actId="26606"/>
          <ac:spMkLst>
            <pc:docMk/>
            <pc:sldMk cId="3322140748" sldId="275"/>
            <ac:spMk id="200" creationId="{676D6CDF-C512-4739-B158-55EE955EFA39}"/>
          </ac:spMkLst>
        </pc:spChg>
        <pc:picChg chg="add mod ord">
          <ac:chgData name="Diana Hoyos Toscano" userId="f696a549be9143e3" providerId="LiveId" clId="{59332D42-0773-465C-92CB-9E2073AEC025}" dt="2025-12-23T19:38:05.322" v="1205" actId="26606"/>
          <ac:picMkLst>
            <pc:docMk/>
            <pc:sldMk cId="3322140748" sldId="275"/>
            <ac:picMk id="68" creationId="{3859C691-628C-8A81-1410-544658C1B118}"/>
          </ac:picMkLst>
        </pc:picChg>
      </pc:sldChg>
      <pc:sldChg chg="modSp add mod">
        <pc:chgData name="Diana Hoyos Toscano" userId="f696a549be9143e3" providerId="LiveId" clId="{59332D42-0773-465C-92CB-9E2073AEC025}" dt="2025-12-24T14:41:27.922" v="1267" actId="255"/>
        <pc:sldMkLst>
          <pc:docMk/>
          <pc:sldMk cId="523396419" sldId="278"/>
        </pc:sldMkLst>
        <pc:spChg chg="mod">
          <ac:chgData name="Diana Hoyos Toscano" userId="f696a549be9143e3" providerId="LiveId" clId="{59332D42-0773-465C-92CB-9E2073AEC025}" dt="2025-12-24T14:41:27.922" v="1267" actId="255"/>
          <ac:spMkLst>
            <pc:docMk/>
            <pc:sldMk cId="523396419" sldId="278"/>
            <ac:spMk id="2" creationId="{8CE6AEA7-4C1E-FC15-CB8E-3128F6870DCF}"/>
          </ac:spMkLst>
        </pc:spChg>
        <pc:spChg chg="mod">
          <ac:chgData name="Diana Hoyos Toscano" userId="f696a549be9143e3" providerId="LiveId" clId="{59332D42-0773-465C-92CB-9E2073AEC025}" dt="2025-12-24T14:40:33.857" v="1255" actId="255"/>
          <ac:spMkLst>
            <pc:docMk/>
            <pc:sldMk cId="523396419" sldId="278"/>
            <ac:spMk id="4" creationId="{8D793C4B-A6EE-1841-3848-EB8F4B99FD33}"/>
          </ac:spMkLst>
        </pc:spChg>
      </pc:sldChg>
      <pc:sldChg chg="addSp delSp modSp new mod setBg">
        <pc:chgData name="Diana Hoyos Toscano" userId="f696a549be9143e3" providerId="LiveId" clId="{59332D42-0773-465C-92CB-9E2073AEC025}" dt="2025-12-24T15:24:32.928" v="1391" actId="26606"/>
        <pc:sldMkLst>
          <pc:docMk/>
          <pc:sldMk cId="1494701721" sldId="279"/>
        </pc:sldMkLst>
        <pc:spChg chg="mod">
          <ac:chgData name="Diana Hoyos Toscano" userId="f696a549be9143e3" providerId="LiveId" clId="{59332D42-0773-465C-92CB-9E2073AEC025}" dt="2025-12-24T15:24:32.928" v="1391" actId="26606"/>
          <ac:spMkLst>
            <pc:docMk/>
            <pc:sldMk cId="1494701721" sldId="279"/>
            <ac:spMk id="2" creationId="{CFB8F791-4791-CAC0-A729-9A2FE26204BA}"/>
          </ac:spMkLst>
        </pc:spChg>
        <pc:spChg chg="mod ord">
          <ac:chgData name="Diana Hoyos Toscano" userId="f696a549be9143e3" providerId="LiveId" clId="{59332D42-0773-465C-92CB-9E2073AEC025}" dt="2025-12-24T15:24:32.928" v="1391" actId="26606"/>
          <ac:spMkLst>
            <pc:docMk/>
            <pc:sldMk cId="1494701721" sldId="279"/>
            <ac:spMk id="3" creationId="{2FAD853F-20A7-49A8-D1CF-0C7AAD14E671}"/>
          </ac:spMkLst>
        </pc:spChg>
        <pc:spChg chg="add mod">
          <ac:chgData name="Diana Hoyos Toscano" userId="f696a549be9143e3" providerId="LiveId" clId="{59332D42-0773-465C-92CB-9E2073AEC025}" dt="2025-12-24T15:24:32.928" v="1391" actId="26606"/>
          <ac:spMkLst>
            <pc:docMk/>
            <pc:sldMk cId="1494701721" sldId="279"/>
            <ac:spMk id="29" creationId="{AE554D43-DDCA-8CA6-BB4A-7FC953BF1A61}"/>
          </ac:spMkLst>
        </pc:spChg>
        <pc:spChg chg="add">
          <ac:chgData name="Diana Hoyos Toscano" userId="f696a549be9143e3" providerId="LiveId" clId="{59332D42-0773-465C-92CB-9E2073AEC025}" dt="2025-12-24T15:24:32.928" v="1391" actId="26606"/>
          <ac:spMkLst>
            <pc:docMk/>
            <pc:sldMk cId="1494701721" sldId="279"/>
            <ac:spMk id="79" creationId="{04812C46-200A-4DEB-A05E-3ED6C68C2387}"/>
          </ac:spMkLst>
        </pc:spChg>
        <pc:spChg chg="add">
          <ac:chgData name="Diana Hoyos Toscano" userId="f696a549be9143e3" providerId="LiveId" clId="{59332D42-0773-465C-92CB-9E2073AEC025}" dt="2025-12-24T15:24:32.928" v="1391" actId="26606"/>
          <ac:spMkLst>
            <pc:docMk/>
            <pc:sldMk cId="1494701721" sldId="279"/>
            <ac:spMk id="80" creationId="{D1EA859B-E555-4109-94F3-6700E046E008}"/>
          </ac:spMkLst>
        </pc:spChg>
        <pc:picChg chg="add mod ord">
          <ac:chgData name="Diana Hoyos Toscano" userId="f696a549be9143e3" providerId="LiveId" clId="{59332D42-0773-465C-92CB-9E2073AEC025}" dt="2025-12-24T15:24:32.928" v="1391" actId="26606"/>
          <ac:picMkLst>
            <pc:docMk/>
            <pc:sldMk cId="1494701721" sldId="279"/>
            <ac:picMk id="24" creationId="{A531E065-D71E-DA8B-AC37-769CCAFB161D}"/>
          </ac:picMkLst>
        </pc:picChg>
      </pc:sldChg>
      <pc:sldChg chg="addSp delSp modSp new mod setBg">
        <pc:chgData name="Diana Hoyos Toscano" userId="f696a549be9143e3" providerId="LiveId" clId="{59332D42-0773-465C-92CB-9E2073AEC025}" dt="2025-12-24T15:19:54.274" v="1358" actId="26606"/>
        <pc:sldMkLst>
          <pc:docMk/>
          <pc:sldMk cId="3823901012" sldId="280"/>
        </pc:sldMkLst>
        <pc:spChg chg="mod">
          <ac:chgData name="Diana Hoyos Toscano" userId="f696a549be9143e3" providerId="LiveId" clId="{59332D42-0773-465C-92CB-9E2073AEC025}" dt="2025-12-24T15:19:54.245" v="1357" actId="26606"/>
          <ac:spMkLst>
            <pc:docMk/>
            <pc:sldMk cId="3823901012" sldId="280"/>
            <ac:spMk id="2" creationId="{FBF5733E-8C29-A9F2-65EB-18C5C261216E}"/>
          </ac:spMkLst>
        </pc:spChg>
        <pc:graphicFrameChg chg="add">
          <ac:chgData name="Diana Hoyos Toscano" userId="f696a549be9143e3" providerId="LiveId" clId="{59332D42-0773-465C-92CB-9E2073AEC025}" dt="2025-12-24T15:19:54.274" v="1358" actId="26606"/>
          <ac:graphicFrameMkLst>
            <pc:docMk/>
            <pc:sldMk cId="3823901012" sldId="280"/>
            <ac:graphicFrameMk id="5" creationId="{24EF46DD-0749-5398-C0D8-7AF7EE0C8CB9}"/>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440883-35AE-4684-BF2E-B69037BE724C}"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4C89661F-226F-44B4-92D9-BEC67C9ED366}">
      <dgm:prSet/>
      <dgm:spPr/>
      <dgm:t>
        <a:bodyPr/>
        <a:lstStyle/>
        <a:p>
          <a:r>
            <a:rPr lang="es-ES" b="1"/>
            <a:t>Antes del análisis exploratorio, los datos fueron preparados para garantizar su calidad y consistencia.</a:t>
          </a:r>
          <a:endParaRPr lang="en-US"/>
        </a:p>
      </dgm:t>
    </dgm:pt>
    <dgm:pt modelId="{D02D32FC-1F36-4052-BBE6-83A026CC3752}" type="parTrans" cxnId="{440D8E51-2DFD-47B4-87D4-DE9016CD1CA5}">
      <dgm:prSet/>
      <dgm:spPr/>
      <dgm:t>
        <a:bodyPr/>
        <a:lstStyle/>
        <a:p>
          <a:endParaRPr lang="en-US"/>
        </a:p>
      </dgm:t>
    </dgm:pt>
    <dgm:pt modelId="{A0D4A671-71AE-43B3-99C9-A4C26AA8F636}" type="sibTrans" cxnId="{440D8E51-2DFD-47B4-87D4-DE9016CD1CA5}">
      <dgm:prSet/>
      <dgm:spPr/>
      <dgm:t>
        <a:bodyPr/>
        <a:lstStyle/>
        <a:p>
          <a:endParaRPr lang="en-US"/>
        </a:p>
      </dgm:t>
    </dgm:pt>
    <dgm:pt modelId="{AEF662AC-E160-4921-B7AE-20B4112F28AE}">
      <dgm:prSet/>
      <dgm:spPr/>
      <dgm:t>
        <a:bodyPr/>
        <a:lstStyle/>
        <a:p>
          <a:r>
            <a:rPr lang="es-ES"/>
            <a:t>Transformación de los datasets a </a:t>
          </a:r>
          <a:r>
            <a:rPr lang="es-ES" b="1"/>
            <a:t>formato largo</a:t>
          </a:r>
          <a:r>
            <a:rPr lang="es-ES"/>
            <a:t>, facilitando el análisis temporal.</a:t>
          </a:r>
          <a:endParaRPr lang="en-US"/>
        </a:p>
      </dgm:t>
    </dgm:pt>
    <dgm:pt modelId="{9E756DD7-FFE2-4C35-86DB-D40A488CA7C4}" type="parTrans" cxnId="{3A4DC976-7CF8-4843-9DA4-658161DE1CE4}">
      <dgm:prSet/>
      <dgm:spPr/>
      <dgm:t>
        <a:bodyPr/>
        <a:lstStyle/>
        <a:p>
          <a:endParaRPr lang="en-US"/>
        </a:p>
      </dgm:t>
    </dgm:pt>
    <dgm:pt modelId="{B5B5252D-37DA-4EC2-BF5C-4971EFC54470}" type="sibTrans" cxnId="{3A4DC976-7CF8-4843-9DA4-658161DE1CE4}">
      <dgm:prSet/>
      <dgm:spPr/>
      <dgm:t>
        <a:bodyPr/>
        <a:lstStyle/>
        <a:p>
          <a:endParaRPr lang="en-US"/>
        </a:p>
      </dgm:t>
    </dgm:pt>
    <dgm:pt modelId="{CE03F6FE-7975-43FD-9AF3-8170C52698D8}">
      <dgm:prSet/>
      <dgm:spPr/>
      <dgm:t>
        <a:bodyPr/>
        <a:lstStyle/>
        <a:p>
          <a:r>
            <a:rPr lang="es-ES" b="1"/>
            <a:t>Estandarización de nombres de columnas</a:t>
          </a:r>
          <a:r>
            <a:rPr lang="es-ES"/>
            <a:t> para mantener coherencia entre fuentes.</a:t>
          </a:r>
          <a:endParaRPr lang="en-US"/>
        </a:p>
      </dgm:t>
    </dgm:pt>
    <dgm:pt modelId="{866CC02A-4048-430F-B063-B5FAB405CB8A}" type="parTrans" cxnId="{B0D05EFE-1230-442A-8D2F-446DFE14C9D6}">
      <dgm:prSet/>
      <dgm:spPr/>
      <dgm:t>
        <a:bodyPr/>
        <a:lstStyle/>
        <a:p>
          <a:endParaRPr lang="en-US"/>
        </a:p>
      </dgm:t>
    </dgm:pt>
    <dgm:pt modelId="{BB37DBC1-2B60-41F3-BE68-321CAC2A0CAA}" type="sibTrans" cxnId="{B0D05EFE-1230-442A-8D2F-446DFE14C9D6}">
      <dgm:prSet/>
      <dgm:spPr/>
      <dgm:t>
        <a:bodyPr/>
        <a:lstStyle/>
        <a:p>
          <a:endParaRPr lang="en-US"/>
        </a:p>
      </dgm:t>
    </dgm:pt>
    <dgm:pt modelId="{79EAB53C-A506-4F2B-B903-A69917E270AB}">
      <dgm:prSet/>
      <dgm:spPr/>
      <dgm:t>
        <a:bodyPr/>
        <a:lstStyle/>
        <a:p>
          <a:r>
            <a:rPr lang="es-ES"/>
            <a:t>Conversión de variables a </a:t>
          </a:r>
          <a:r>
            <a:rPr lang="es-ES" b="1"/>
            <a:t>formatos numéricos adecuados</a:t>
          </a:r>
          <a:r>
            <a:rPr lang="es-ES"/>
            <a:t>.</a:t>
          </a:r>
          <a:endParaRPr lang="en-US"/>
        </a:p>
      </dgm:t>
    </dgm:pt>
    <dgm:pt modelId="{FDF7591A-C077-46C0-98BC-56B29B911F8B}" type="parTrans" cxnId="{FA35DB70-D63A-4AAA-9F5A-7E966898FDFB}">
      <dgm:prSet/>
      <dgm:spPr/>
      <dgm:t>
        <a:bodyPr/>
        <a:lstStyle/>
        <a:p>
          <a:endParaRPr lang="en-US"/>
        </a:p>
      </dgm:t>
    </dgm:pt>
    <dgm:pt modelId="{F33D2652-FFC7-4957-BBF4-925FF621E33C}" type="sibTrans" cxnId="{FA35DB70-D63A-4AAA-9F5A-7E966898FDFB}">
      <dgm:prSet/>
      <dgm:spPr/>
      <dgm:t>
        <a:bodyPr/>
        <a:lstStyle/>
        <a:p>
          <a:endParaRPr lang="en-US"/>
        </a:p>
      </dgm:t>
    </dgm:pt>
    <dgm:pt modelId="{8416E2A5-0EA2-4B7E-A3B1-092055CFCA05}">
      <dgm:prSet/>
      <dgm:spPr/>
      <dgm:t>
        <a:bodyPr/>
        <a:lstStyle/>
        <a:p>
          <a:r>
            <a:rPr lang="es-ES"/>
            <a:t>Eliminación de </a:t>
          </a:r>
          <a:r>
            <a:rPr lang="es-ES" b="1"/>
            <a:t>valores nulos o no informativos</a:t>
          </a:r>
          <a:r>
            <a:rPr lang="es-ES"/>
            <a:t>.</a:t>
          </a:r>
          <a:endParaRPr lang="en-US"/>
        </a:p>
      </dgm:t>
    </dgm:pt>
    <dgm:pt modelId="{6C77A862-E6C7-4DDE-BF94-A0F9D5C4BE79}" type="parTrans" cxnId="{8FBDD9F9-2B52-4C37-850B-8AFE8BC450DD}">
      <dgm:prSet/>
      <dgm:spPr/>
      <dgm:t>
        <a:bodyPr/>
        <a:lstStyle/>
        <a:p>
          <a:endParaRPr lang="en-US"/>
        </a:p>
      </dgm:t>
    </dgm:pt>
    <dgm:pt modelId="{1EF139EF-3283-4387-BFC1-C003443C4D57}" type="sibTrans" cxnId="{8FBDD9F9-2B52-4C37-850B-8AFE8BC450DD}">
      <dgm:prSet/>
      <dgm:spPr/>
      <dgm:t>
        <a:bodyPr/>
        <a:lstStyle/>
        <a:p>
          <a:endParaRPr lang="en-US"/>
        </a:p>
      </dgm:t>
    </dgm:pt>
    <dgm:pt modelId="{37C1DEDD-EC0D-45C2-9F86-1FCBFF37040A}">
      <dgm:prSet/>
      <dgm:spPr/>
      <dgm:t>
        <a:bodyPr/>
        <a:lstStyle/>
        <a:p>
          <a:r>
            <a:rPr lang="es-ES"/>
            <a:t>Agregación de datos por </a:t>
          </a:r>
          <a:r>
            <a:rPr lang="es-ES" b="1"/>
            <a:t>país y periodo temporal</a:t>
          </a:r>
          <a:r>
            <a:rPr lang="es-ES"/>
            <a:t>.</a:t>
          </a:r>
          <a:endParaRPr lang="en-US"/>
        </a:p>
      </dgm:t>
    </dgm:pt>
    <dgm:pt modelId="{FC399A87-5598-44AE-9857-9D951E9252A4}" type="parTrans" cxnId="{DBF24A0C-BADA-46AB-BCDA-61AC384A00C8}">
      <dgm:prSet/>
      <dgm:spPr/>
      <dgm:t>
        <a:bodyPr/>
        <a:lstStyle/>
        <a:p>
          <a:endParaRPr lang="en-US"/>
        </a:p>
      </dgm:t>
    </dgm:pt>
    <dgm:pt modelId="{40C4A0A1-17C8-4A27-AD76-2CD62C22D3C3}" type="sibTrans" cxnId="{DBF24A0C-BADA-46AB-BCDA-61AC384A00C8}">
      <dgm:prSet/>
      <dgm:spPr/>
      <dgm:t>
        <a:bodyPr/>
        <a:lstStyle/>
        <a:p>
          <a:endParaRPr lang="en-US"/>
        </a:p>
      </dgm:t>
    </dgm:pt>
    <dgm:pt modelId="{E195C22C-1E7E-443B-AF51-135F2E007CE4}" type="pres">
      <dgm:prSet presAssocID="{CA440883-35AE-4684-BF2E-B69037BE724C}" presName="Name0" presStyleCnt="0">
        <dgm:presLayoutVars>
          <dgm:dir/>
          <dgm:resizeHandles val="exact"/>
        </dgm:presLayoutVars>
      </dgm:prSet>
      <dgm:spPr/>
    </dgm:pt>
    <dgm:pt modelId="{E1E8D4EF-FC22-4FAC-8E15-9BC9E82CB0AF}" type="pres">
      <dgm:prSet presAssocID="{4C89661F-226F-44B4-92D9-BEC67C9ED366}" presName="node" presStyleLbl="node1" presStyleIdx="0" presStyleCnt="6">
        <dgm:presLayoutVars>
          <dgm:bulletEnabled val="1"/>
        </dgm:presLayoutVars>
      </dgm:prSet>
      <dgm:spPr/>
    </dgm:pt>
    <dgm:pt modelId="{9D238186-99AE-4C46-8B20-6A7BCCBF2968}" type="pres">
      <dgm:prSet presAssocID="{A0D4A671-71AE-43B3-99C9-A4C26AA8F636}" presName="sibTrans" presStyleLbl="sibTrans1D1" presStyleIdx="0" presStyleCnt="5"/>
      <dgm:spPr/>
    </dgm:pt>
    <dgm:pt modelId="{C2B25D29-1A0C-44B9-9025-F1F53B417268}" type="pres">
      <dgm:prSet presAssocID="{A0D4A671-71AE-43B3-99C9-A4C26AA8F636}" presName="connectorText" presStyleLbl="sibTrans1D1" presStyleIdx="0" presStyleCnt="5"/>
      <dgm:spPr/>
    </dgm:pt>
    <dgm:pt modelId="{364CE711-CA9C-415B-8704-CC91075EA078}" type="pres">
      <dgm:prSet presAssocID="{AEF662AC-E160-4921-B7AE-20B4112F28AE}" presName="node" presStyleLbl="node1" presStyleIdx="1" presStyleCnt="6">
        <dgm:presLayoutVars>
          <dgm:bulletEnabled val="1"/>
        </dgm:presLayoutVars>
      </dgm:prSet>
      <dgm:spPr/>
    </dgm:pt>
    <dgm:pt modelId="{9780F674-513F-4575-8EBD-F6910CA43399}" type="pres">
      <dgm:prSet presAssocID="{B5B5252D-37DA-4EC2-BF5C-4971EFC54470}" presName="sibTrans" presStyleLbl="sibTrans1D1" presStyleIdx="1" presStyleCnt="5"/>
      <dgm:spPr/>
    </dgm:pt>
    <dgm:pt modelId="{05059C6A-03FB-4A72-8648-238A6B0C953D}" type="pres">
      <dgm:prSet presAssocID="{B5B5252D-37DA-4EC2-BF5C-4971EFC54470}" presName="connectorText" presStyleLbl="sibTrans1D1" presStyleIdx="1" presStyleCnt="5"/>
      <dgm:spPr/>
    </dgm:pt>
    <dgm:pt modelId="{9BA5C321-5417-4504-9D33-14B9A281B443}" type="pres">
      <dgm:prSet presAssocID="{CE03F6FE-7975-43FD-9AF3-8170C52698D8}" presName="node" presStyleLbl="node1" presStyleIdx="2" presStyleCnt="6">
        <dgm:presLayoutVars>
          <dgm:bulletEnabled val="1"/>
        </dgm:presLayoutVars>
      </dgm:prSet>
      <dgm:spPr/>
    </dgm:pt>
    <dgm:pt modelId="{2CF8AEF5-68E0-43E2-AFEB-FBC17D08ACFF}" type="pres">
      <dgm:prSet presAssocID="{BB37DBC1-2B60-41F3-BE68-321CAC2A0CAA}" presName="sibTrans" presStyleLbl="sibTrans1D1" presStyleIdx="2" presStyleCnt="5"/>
      <dgm:spPr/>
    </dgm:pt>
    <dgm:pt modelId="{6218381B-C21F-4322-A1FE-88244F6180E9}" type="pres">
      <dgm:prSet presAssocID="{BB37DBC1-2B60-41F3-BE68-321CAC2A0CAA}" presName="connectorText" presStyleLbl="sibTrans1D1" presStyleIdx="2" presStyleCnt="5"/>
      <dgm:spPr/>
    </dgm:pt>
    <dgm:pt modelId="{79991190-CCF2-4E1D-AAEC-057B66846CC2}" type="pres">
      <dgm:prSet presAssocID="{79EAB53C-A506-4F2B-B903-A69917E270AB}" presName="node" presStyleLbl="node1" presStyleIdx="3" presStyleCnt="6">
        <dgm:presLayoutVars>
          <dgm:bulletEnabled val="1"/>
        </dgm:presLayoutVars>
      </dgm:prSet>
      <dgm:spPr/>
    </dgm:pt>
    <dgm:pt modelId="{57CCD7F9-122D-4D5B-966E-6D8B16804AFF}" type="pres">
      <dgm:prSet presAssocID="{F33D2652-FFC7-4957-BBF4-925FF621E33C}" presName="sibTrans" presStyleLbl="sibTrans1D1" presStyleIdx="3" presStyleCnt="5"/>
      <dgm:spPr/>
    </dgm:pt>
    <dgm:pt modelId="{55DE1088-7B71-44AB-BD99-ED02A88B9CF5}" type="pres">
      <dgm:prSet presAssocID="{F33D2652-FFC7-4957-BBF4-925FF621E33C}" presName="connectorText" presStyleLbl="sibTrans1D1" presStyleIdx="3" presStyleCnt="5"/>
      <dgm:spPr/>
    </dgm:pt>
    <dgm:pt modelId="{C2A08E77-FC3A-4BBE-BF30-63BAE2AE9FD4}" type="pres">
      <dgm:prSet presAssocID="{8416E2A5-0EA2-4B7E-A3B1-092055CFCA05}" presName="node" presStyleLbl="node1" presStyleIdx="4" presStyleCnt="6">
        <dgm:presLayoutVars>
          <dgm:bulletEnabled val="1"/>
        </dgm:presLayoutVars>
      </dgm:prSet>
      <dgm:spPr/>
    </dgm:pt>
    <dgm:pt modelId="{CD857CB5-144B-404A-95FB-5EDF449FFD01}" type="pres">
      <dgm:prSet presAssocID="{1EF139EF-3283-4387-BFC1-C003443C4D57}" presName="sibTrans" presStyleLbl="sibTrans1D1" presStyleIdx="4" presStyleCnt="5"/>
      <dgm:spPr/>
    </dgm:pt>
    <dgm:pt modelId="{532FCDB4-41A3-4D01-AE3B-6DE12C5E6DBC}" type="pres">
      <dgm:prSet presAssocID="{1EF139EF-3283-4387-BFC1-C003443C4D57}" presName="connectorText" presStyleLbl="sibTrans1D1" presStyleIdx="4" presStyleCnt="5"/>
      <dgm:spPr/>
    </dgm:pt>
    <dgm:pt modelId="{0F1A2E56-BCD9-4E3D-9D1F-4809E89BE059}" type="pres">
      <dgm:prSet presAssocID="{37C1DEDD-EC0D-45C2-9F86-1FCBFF37040A}" presName="node" presStyleLbl="node1" presStyleIdx="5" presStyleCnt="6">
        <dgm:presLayoutVars>
          <dgm:bulletEnabled val="1"/>
        </dgm:presLayoutVars>
      </dgm:prSet>
      <dgm:spPr/>
    </dgm:pt>
  </dgm:ptLst>
  <dgm:cxnLst>
    <dgm:cxn modelId="{DBF24A0C-BADA-46AB-BCDA-61AC384A00C8}" srcId="{CA440883-35AE-4684-BF2E-B69037BE724C}" destId="{37C1DEDD-EC0D-45C2-9F86-1FCBFF37040A}" srcOrd="5" destOrd="0" parTransId="{FC399A87-5598-44AE-9857-9D951E9252A4}" sibTransId="{40C4A0A1-17C8-4A27-AD76-2CD62C22D3C3}"/>
    <dgm:cxn modelId="{61B1B210-71D5-4F8F-BBF2-3FB477EB1FAE}" type="presOf" srcId="{1EF139EF-3283-4387-BFC1-C003443C4D57}" destId="{532FCDB4-41A3-4D01-AE3B-6DE12C5E6DBC}" srcOrd="1" destOrd="0" presId="urn:microsoft.com/office/officeart/2016/7/layout/RepeatingBendingProcessNew"/>
    <dgm:cxn modelId="{EDEE531C-280E-4931-B87A-32F71B8EAC22}" type="presOf" srcId="{F33D2652-FFC7-4957-BBF4-925FF621E33C}" destId="{55DE1088-7B71-44AB-BD99-ED02A88B9CF5}" srcOrd="1" destOrd="0" presId="urn:microsoft.com/office/officeart/2016/7/layout/RepeatingBendingProcessNew"/>
    <dgm:cxn modelId="{37A01D27-3290-4ED5-800E-8DB7FCD0B76D}" type="presOf" srcId="{BB37DBC1-2B60-41F3-BE68-321CAC2A0CAA}" destId="{2CF8AEF5-68E0-43E2-AFEB-FBC17D08ACFF}" srcOrd="0" destOrd="0" presId="urn:microsoft.com/office/officeart/2016/7/layout/RepeatingBendingProcessNew"/>
    <dgm:cxn modelId="{DAEE7438-8D92-458A-847E-C8579A29360C}" type="presOf" srcId="{F33D2652-FFC7-4957-BBF4-925FF621E33C}" destId="{57CCD7F9-122D-4D5B-966E-6D8B16804AFF}" srcOrd="0" destOrd="0" presId="urn:microsoft.com/office/officeart/2016/7/layout/RepeatingBendingProcessNew"/>
    <dgm:cxn modelId="{3E98AE60-ABF9-4492-85DB-617CFF34FB25}" type="presOf" srcId="{4C89661F-226F-44B4-92D9-BEC67C9ED366}" destId="{E1E8D4EF-FC22-4FAC-8E15-9BC9E82CB0AF}" srcOrd="0" destOrd="0" presId="urn:microsoft.com/office/officeart/2016/7/layout/RepeatingBendingProcessNew"/>
    <dgm:cxn modelId="{D7FA5264-2C7E-44C4-B0A2-131939106733}" type="presOf" srcId="{8416E2A5-0EA2-4B7E-A3B1-092055CFCA05}" destId="{C2A08E77-FC3A-4BBE-BF30-63BAE2AE9FD4}" srcOrd="0" destOrd="0" presId="urn:microsoft.com/office/officeart/2016/7/layout/RepeatingBendingProcessNew"/>
    <dgm:cxn modelId="{CD606646-44B3-4355-97F6-90F83EFC8487}" type="presOf" srcId="{CA440883-35AE-4684-BF2E-B69037BE724C}" destId="{E195C22C-1E7E-443B-AF51-135F2E007CE4}" srcOrd="0" destOrd="0" presId="urn:microsoft.com/office/officeart/2016/7/layout/RepeatingBendingProcessNew"/>
    <dgm:cxn modelId="{61EF7F4D-04DA-46DC-81D8-E4C360F92656}" type="presOf" srcId="{A0D4A671-71AE-43B3-99C9-A4C26AA8F636}" destId="{C2B25D29-1A0C-44B9-9025-F1F53B417268}" srcOrd="1" destOrd="0" presId="urn:microsoft.com/office/officeart/2016/7/layout/RepeatingBendingProcessNew"/>
    <dgm:cxn modelId="{FA35DB70-D63A-4AAA-9F5A-7E966898FDFB}" srcId="{CA440883-35AE-4684-BF2E-B69037BE724C}" destId="{79EAB53C-A506-4F2B-B903-A69917E270AB}" srcOrd="3" destOrd="0" parTransId="{FDF7591A-C077-46C0-98BC-56B29B911F8B}" sibTransId="{F33D2652-FFC7-4957-BBF4-925FF621E33C}"/>
    <dgm:cxn modelId="{440D8E51-2DFD-47B4-87D4-DE9016CD1CA5}" srcId="{CA440883-35AE-4684-BF2E-B69037BE724C}" destId="{4C89661F-226F-44B4-92D9-BEC67C9ED366}" srcOrd="0" destOrd="0" parTransId="{D02D32FC-1F36-4052-BBE6-83A026CC3752}" sibTransId="{A0D4A671-71AE-43B3-99C9-A4C26AA8F636}"/>
    <dgm:cxn modelId="{522C1A75-2B0C-418F-9021-466EFE7FBB93}" type="presOf" srcId="{79EAB53C-A506-4F2B-B903-A69917E270AB}" destId="{79991190-CCF2-4E1D-AAEC-057B66846CC2}" srcOrd="0" destOrd="0" presId="urn:microsoft.com/office/officeart/2016/7/layout/RepeatingBendingProcessNew"/>
    <dgm:cxn modelId="{3A4DC976-7CF8-4843-9DA4-658161DE1CE4}" srcId="{CA440883-35AE-4684-BF2E-B69037BE724C}" destId="{AEF662AC-E160-4921-B7AE-20B4112F28AE}" srcOrd="1" destOrd="0" parTransId="{9E756DD7-FFE2-4C35-86DB-D40A488CA7C4}" sibTransId="{B5B5252D-37DA-4EC2-BF5C-4971EFC54470}"/>
    <dgm:cxn modelId="{C0E91D59-5C4F-47E4-B849-B5BC92BAF855}" type="presOf" srcId="{A0D4A671-71AE-43B3-99C9-A4C26AA8F636}" destId="{9D238186-99AE-4C46-8B20-6A7BCCBF2968}" srcOrd="0" destOrd="0" presId="urn:microsoft.com/office/officeart/2016/7/layout/RepeatingBendingProcessNew"/>
    <dgm:cxn modelId="{3E917A7F-EA7C-45CA-B546-C43F02F904F7}" type="presOf" srcId="{1EF139EF-3283-4387-BFC1-C003443C4D57}" destId="{CD857CB5-144B-404A-95FB-5EDF449FFD01}" srcOrd="0" destOrd="0" presId="urn:microsoft.com/office/officeart/2016/7/layout/RepeatingBendingProcessNew"/>
    <dgm:cxn modelId="{02D78FA3-C994-4064-9117-9698E58F886B}" type="presOf" srcId="{B5B5252D-37DA-4EC2-BF5C-4971EFC54470}" destId="{9780F674-513F-4575-8EBD-F6910CA43399}" srcOrd="0" destOrd="0" presId="urn:microsoft.com/office/officeart/2016/7/layout/RepeatingBendingProcessNew"/>
    <dgm:cxn modelId="{756A9FAE-BCFF-46B9-9337-4E6430DFCB96}" type="presOf" srcId="{AEF662AC-E160-4921-B7AE-20B4112F28AE}" destId="{364CE711-CA9C-415B-8704-CC91075EA078}" srcOrd="0" destOrd="0" presId="urn:microsoft.com/office/officeart/2016/7/layout/RepeatingBendingProcessNew"/>
    <dgm:cxn modelId="{117989B3-F8A5-4754-893D-F28CBFAE61B9}" type="presOf" srcId="{B5B5252D-37DA-4EC2-BF5C-4971EFC54470}" destId="{05059C6A-03FB-4A72-8648-238A6B0C953D}" srcOrd="1" destOrd="0" presId="urn:microsoft.com/office/officeart/2016/7/layout/RepeatingBendingProcessNew"/>
    <dgm:cxn modelId="{6CDEA7BA-10BE-4D39-96DB-6189A729820C}" type="presOf" srcId="{37C1DEDD-EC0D-45C2-9F86-1FCBFF37040A}" destId="{0F1A2E56-BCD9-4E3D-9D1F-4809E89BE059}" srcOrd="0" destOrd="0" presId="urn:microsoft.com/office/officeart/2016/7/layout/RepeatingBendingProcessNew"/>
    <dgm:cxn modelId="{5DBEFBC2-4EC8-4B08-9608-87EC3306E4BB}" type="presOf" srcId="{BB37DBC1-2B60-41F3-BE68-321CAC2A0CAA}" destId="{6218381B-C21F-4322-A1FE-88244F6180E9}" srcOrd="1" destOrd="0" presId="urn:microsoft.com/office/officeart/2016/7/layout/RepeatingBendingProcessNew"/>
    <dgm:cxn modelId="{0F7932CA-1E20-4A31-BE40-9860D23490C0}" type="presOf" srcId="{CE03F6FE-7975-43FD-9AF3-8170C52698D8}" destId="{9BA5C321-5417-4504-9D33-14B9A281B443}" srcOrd="0" destOrd="0" presId="urn:microsoft.com/office/officeart/2016/7/layout/RepeatingBendingProcessNew"/>
    <dgm:cxn modelId="{8FBDD9F9-2B52-4C37-850B-8AFE8BC450DD}" srcId="{CA440883-35AE-4684-BF2E-B69037BE724C}" destId="{8416E2A5-0EA2-4B7E-A3B1-092055CFCA05}" srcOrd="4" destOrd="0" parTransId="{6C77A862-E6C7-4DDE-BF94-A0F9D5C4BE79}" sibTransId="{1EF139EF-3283-4387-BFC1-C003443C4D57}"/>
    <dgm:cxn modelId="{B0D05EFE-1230-442A-8D2F-446DFE14C9D6}" srcId="{CA440883-35AE-4684-BF2E-B69037BE724C}" destId="{CE03F6FE-7975-43FD-9AF3-8170C52698D8}" srcOrd="2" destOrd="0" parTransId="{866CC02A-4048-430F-B063-B5FAB405CB8A}" sibTransId="{BB37DBC1-2B60-41F3-BE68-321CAC2A0CAA}"/>
    <dgm:cxn modelId="{24344876-4C83-463B-8012-D15BF7E0E17F}" type="presParOf" srcId="{E195C22C-1E7E-443B-AF51-135F2E007CE4}" destId="{E1E8D4EF-FC22-4FAC-8E15-9BC9E82CB0AF}" srcOrd="0" destOrd="0" presId="urn:microsoft.com/office/officeart/2016/7/layout/RepeatingBendingProcessNew"/>
    <dgm:cxn modelId="{4ABFA65E-A39F-4453-BE69-D03DAC88D40B}" type="presParOf" srcId="{E195C22C-1E7E-443B-AF51-135F2E007CE4}" destId="{9D238186-99AE-4C46-8B20-6A7BCCBF2968}" srcOrd="1" destOrd="0" presId="urn:microsoft.com/office/officeart/2016/7/layout/RepeatingBendingProcessNew"/>
    <dgm:cxn modelId="{0D04387F-4451-42BA-B590-877D0A907AFA}" type="presParOf" srcId="{9D238186-99AE-4C46-8B20-6A7BCCBF2968}" destId="{C2B25D29-1A0C-44B9-9025-F1F53B417268}" srcOrd="0" destOrd="0" presId="urn:microsoft.com/office/officeart/2016/7/layout/RepeatingBendingProcessNew"/>
    <dgm:cxn modelId="{08F35716-40AB-4848-9D9C-BDA24232DC1D}" type="presParOf" srcId="{E195C22C-1E7E-443B-AF51-135F2E007CE4}" destId="{364CE711-CA9C-415B-8704-CC91075EA078}" srcOrd="2" destOrd="0" presId="urn:microsoft.com/office/officeart/2016/7/layout/RepeatingBendingProcessNew"/>
    <dgm:cxn modelId="{39966AC0-0CC0-4E9C-ACF9-3ACEFE8D149A}" type="presParOf" srcId="{E195C22C-1E7E-443B-AF51-135F2E007CE4}" destId="{9780F674-513F-4575-8EBD-F6910CA43399}" srcOrd="3" destOrd="0" presId="urn:microsoft.com/office/officeart/2016/7/layout/RepeatingBendingProcessNew"/>
    <dgm:cxn modelId="{CCCB2F52-4DD1-4FF7-BD52-80B9DAABAB6F}" type="presParOf" srcId="{9780F674-513F-4575-8EBD-F6910CA43399}" destId="{05059C6A-03FB-4A72-8648-238A6B0C953D}" srcOrd="0" destOrd="0" presId="urn:microsoft.com/office/officeart/2016/7/layout/RepeatingBendingProcessNew"/>
    <dgm:cxn modelId="{28B05CC3-7DCE-4186-9C2E-10B4CF04EECE}" type="presParOf" srcId="{E195C22C-1E7E-443B-AF51-135F2E007CE4}" destId="{9BA5C321-5417-4504-9D33-14B9A281B443}" srcOrd="4" destOrd="0" presId="urn:microsoft.com/office/officeart/2016/7/layout/RepeatingBendingProcessNew"/>
    <dgm:cxn modelId="{F3D46DD5-F9CF-438F-B97E-60B127F4F535}" type="presParOf" srcId="{E195C22C-1E7E-443B-AF51-135F2E007CE4}" destId="{2CF8AEF5-68E0-43E2-AFEB-FBC17D08ACFF}" srcOrd="5" destOrd="0" presId="urn:microsoft.com/office/officeart/2016/7/layout/RepeatingBendingProcessNew"/>
    <dgm:cxn modelId="{D84BFED2-1559-46CA-9B9E-A6A2E71494B8}" type="presParOf" srcId="{2CF8AEF5-68E0-43E2-AFEB-FBC17D08ACFF}" destId="{6218381B-C21F-4322-A1FE-88244F6180E9}" srcOrd="0" destOrd="0" presId="urn:microsoft.com/office/officeart/2016/7/layout/RepeatingBendingProcessNew"/>
    <dgm:cxn modelId="{02B07AD1-9A7A-470D-ABEF-051C14DB2B54}" type="presParOf" srcId="{E195C22C-1E7E-443B-AF51-135F2E007CE4}" destId="{79991190-CCF2-4E1D-AAEC-057B66846CC2}" srcOrd="6" destOrd="0" presId="urn:microsoft.com/office/officeart/2016/7/layout/RepeatingBendingProcessNew"/>
    <dgm:cxn modelId="{FCD481CB-A905-471A-B6B6-3FE5B0A768EA}" type="presParOf" srcId="{E195C22C-1E7E-443B-AF51-135F2E007CE4}" destId="{57CCD7F9-122D-4D5B-966E-6D8B16804AFF}" srcOrd="7" destOrd="0" presId="urn:microsoft.com/office/officeart/2016/7/layout/RepeatingBendingProcessNew"/>
    <dgm:cxn modelId="{B558BC7D-AC07-4588-80A8-9822583BBF02}" type="presParOf" srcId="{57CCD7F9-122D-4D5B-966E-6D8B16804AFF}" destId="{55DE1088-7B71-44AB-BD99-ED02A88B9CF5}" srcOrd="0" destOrd="0" presId="urn:microsoft.com/office/officeart/2016/7/layout/RepeatingBendingProcessNew"/>
    <dgm:cxn modelId="{9222543D-4D02-44EB-AA3C-ADCA49CEEF7C}" type="presParOf" srcId="{E195C22C-1E7E-443B-AF51-135F2E007CE4}" destId="{C2A08E77-FC3A-4BBE-BF30-63BAE2AE9FD4}" srcOrd="8" destOrd="0" presId="urn:microsoft.com/office/officeart/2016/7/layout/RepeatingBendingProcessNew"/>
    <dgm:cxn modelId="{2DDB4CB4-AA98-4FA4-A5A7-6197FC9FC162}" type="presParOf" srcId="{E195C22C-1E7E-443B-AF51-135F2E007CE4}" destId="{CD857CB5-144B-404A-95FB-5EDF449FFD01}" srcOrd="9" destOrd="0" presId="urn:microsoft.com/office/officeart/2016/7/layout/RepeatingBendingProcessNew"/>
    <dgm:cxn modelId="{8095F7C2-530F-4F97-B350-3F827F118D61}" type="presParOf" srcId="{CD857CB5-144B-404A-95FB-5EDF449FFD01}" destId="{532FCDB4-41A3-4D01-AE3B-6DE12C5E6DBC}" srcOrd="0" destOrd="0" presId="urn:microsoft.com/office/officeart/2016/7/layout/RepeatingBendingProcessNew"/>
    <dgm:cxn modelId="{2AFBB643-23BC-4F3C-ACE2-B00E07FA076E}" type="presParOf" srcId="{E195C22C-1E7E-443B-AF51-135F2E007CE4}" destId="{0F1A2E56-BCD9-4E3D-9D1F-4809E89BE059}"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38186-99AE-4C46-8B20-6A7BCCBF2968}">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E1E8D4EF-FC22-4FAC-8E15-9BC9E82CB0AF}">
      <dsp:nvSpPr>
        <dsp:cNvPr id="0" name=""/>
        <dsp:cNvSpPr/>
      </dsp:nvSpPr>
      <dsp:spPr>
        <a:xfrm>
          <a:off x="8061"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b="1" kern="1200"/>
            <a:t>Antes del análisis exploratorio, los datos fueron preparados para garantizar su calidad y consistencia.</a:t>
          </a:r>
          <a:endParaRPr lang="en-US" sz="2000" kern="1200"/>
        </a:p>
      </dsp:txBody>
      <dsp:txXfrm>
        <a:off x="8061" y="5979"/>
        <a:ext cx="3034531" cy="1820718"/>
      </dsp:txXfrm>
    </dsp:sp>
    <dsp:sp modelId="{9780F674-513F-4575-8EBD-F6910CA43399}">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364CE711-CA9C-415B-8704-CC91075EA078}">
      <dsp:nvSpPr>
        <dsp:cNvPr id="0" name=""/>
        <dsp:cNvSpPr/>
      </dsp:nvSpPr>
      <dsp:spPr>
        <a:xfrm>
          <a:off x="3740534"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kern="1200"/>
            <a:t>Transformación de los datasets a </a:t>
          </a:r>
          <a:r>
            <a:rPr lang="es-ES" sz="2000" b="1" kern="1200"/>
            <a:t>formato largo</a:t>
          </a:r>
          <a:r>
            <a:rPr lang="es-ES" sz="2000" kern="1200"/>
            <a:t>, facilitando el análisis temporal.</a:t>
          </a:r>
          <a:endParaRPr lang="en-US" sz="2000" kern="1200"/>
        </a:p>
      </dsp:txBody>
      <dsp:txXfrm>
        <a:off x="3740534" y="5979"/>
        <a:ext cx="3034531" cy="1820718"/>
      </dsp:txXfrm>
    </dsp:sp>
    <dsp:sp modelId="{2CF8AEF5-68E0-43E2-AFEB-FBC17D08ACFF}">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9BA5C321-5417-4504-9D33-14B9A281B443}">
      <dsp:nvSpPr>
        <dsp:cNvPr id="0" name=""/>
        <dsp:cNvSpPr/>
      </dsp:nvSpPr>
      <dsp:spPr>
        <a:xfrm>
          <a:off x="7473007"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b="1" kern="1200"/>
            <a:t>Estandarización de nombres de columnas</a:t>
          </a:r>
          <a:r>
            <a:rPr lang="es-ES" sz="2000" kern="1200"/>
            <a:t> para mantener coherencia entre fuentes.</a:t>
          </a:r>
          <a:endParaRPr lang="en-US" sz="2000" kern="1200"/>
        </a:p>
      </dsp:txBody>
      <dsp:txXfrm>
        <a:off x="7473007" y="5979"/>
        <a:ext cx="3034531" cy="1820718"/>
      </dsp:txXfrm>
    </dsp:sp>
    <dsp:sp modelId="{57CCD7F9-122D-4D5B-966E-6D8B16804AFF}">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79991190-CCF2-4E1D-AAEC-057B66846CC2}">
      <dsp:nvSpPr>
        <dsp:cNvPr id="0" name=""/>
        <dsp:cNvSpPr/>
      </dsp:nvSpPr>
      <dsp:spPr>
        <a:xfrm>
          <a:off x="8061"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kern="1200"/>
            <a:t>Conversión de variables a </a:t>
          </a:r>
          <a:r>
            <a:rPr lang="es-ES" sz="2000" b="1" kern="1200"/>
            <a:t>formatos numéricos adecuados</a:t>
          </a:r>
          <a:r>
            <a:rPr lang="es-ES" sz="2000" kern="1200"/>
            <a:t>.</a:t>
          </a:r>
          <a:endParaRPr lang="en-US" sz="2000" kern="1200"/>
        </a:p>
      </dsp:txBody>
      <dsp:txXfrm>
        <a:off x="8061" y="2524640"/>
        <a:ext cx="3034531" cy="1820718"/>
      </dsp:txXfrm>
    </dsp:sp>
    <dsp:sp modelId="{CD857CB5-144B-404A-95FB-5EDF449FFD01}">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C2A08E77-FC3A-4BBE-BF30-63BAE2AE9FD4}">
      <dsp:nvSpPr>
        <dsp:cNvPr id="0" name=""/>
        <dsp:cNvSpPr/>
      </dsp:nvSpPr>
      <dsp:spPr>
        <a:xfrm>
          <a:off x="3740534"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kern="1200"/>
            <a:t>Eliminación de </a:t>
          </a:r>
          <a:r>
            <a:rPr lang="es-ES" sz="2000" b="1" kern="1200"/>
            <a:t>valores nulos o no informativos</a:t>
          </a:r>
          <a:r>
            <a:rPr lang="es-ES" sz="2000" kern="1200"/>
            <a:t>.</a:t>
          </a:r>
          <a:endParaRPr lang="en-US" sz="2000" kern="1200"/>
        </a:p>
      </dsp:txBody>
      <dsp:txXfrm>
        <a:off x="3740534" y="2524640"/>
        <a:ext cx="3034531" cy="1820718"/>
      </dsp:txXfrm>
    </dsp:sp>
    <dsp:sp modelId="{0F1A2E56-BCD9-4E3D-9D1F-4809E89BE059}">
      <dsp:nvSpPr>
        <dsp:cNvPr id="0" name=""/>
        <dsp:cNvSpPr/>
      </dsp:nvSpPr>
      <dsp:spPr>
        <a:xfrm>
          <a:off x="7473007"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89000">
            <a:lnSpc>
              <a:spcPct val="90000"/>
            </a:lnSpc>
            <a:spcBef>
              <a:spcPct val="0"/>
            </a:spcBef>
            <a:spcAft>
              <a:spcPct val="35000"/>
            </a:spcAft>
            <a:buNone/>
          </a:pPr>
          <a:r>
            <a:rPr lang="es-ES" sz="2000" kern="1200"/>
            <a:t>Agregación de datos por </a:t>
          </a:r>
          <a:r>
            <a:rPr lang="es-ES" sz="2000" b="1" kern="1200"/>
            <a:t>país y periodo temporal</a:t>
          </a:r>
          <a:r>
            <a:rPr lang="es-ES" sz="2000" kern="1200"/>
            <a:t>.</a:t>
          </a:r>
          <a:endParaRPr lang="en-US" sz="2000" kern="1200"/>
        </a:p>
      </dsp:txBody>
      <dsp:txXfrm>
        <a:off x="7473007" y="2524640"/>
        <a:ext cx="3034531" cy="182071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FC4D5D-976D-4F65-8F63-A9ED6A4A39B1}" type="datetimeFigureOut">
              <a:rPr lang="es-ES" smtClean="0"/>
              <a:t>27/12/2025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88240B-651E-4765-A647-C3CDD6556AAB}" type="slidenum">
              <a:rPr lang="es-ES" smtClean="0"/>
              <a:t>‹Nº›</a:t>
            </a:fld>
            <a:endParaRPr lang="es-ES"/>
          </a:p>
        </p:txBody>
      </p:sp>
    </p:spTree>
    <p:extLst>
      <p:ext uri="{BB962C8B-B14F-4D97-AF65-F5344CB8AC3E}">
        <p14:creationId xmlns:p14="http://schemas.microsoft.com/office/powerpoint/2010/main" val="588947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Origen de imagen: biblioteca de contenido de Microsoft 365
El café es una de las bebidas más consumidas a nivel mundial y destaca por su aroma y sabor únicos. Se cultiva principalmente en regiones tropicales y existen diversas variedades que ofrecen diferentes matices de sabor. Además, el café es parte fundamental de muchas culturas y rituales sociales.</a:t>
            </a:r>
          </a:p>
        </p:txBody>
      </p:sp>
      <p:sp>
        <p:nvSpPr>
          <p:cNvPr id="4" name="Marcador de número de diapositiva 3"/>
          <p:cNvSpPr>
            <a:spLocks noGrp="1"/>
          </p:cNvSpPr>
          <p:nvPr>
            <p:ph type="sldNum" sz="quarter" idx="5"/>
          </p:nvPr>
        </p:nvSpPr>
        <p:spPr/>
        <p:txBody>
          <a:bodyPr/>
          <a:lstStyle/>
          <a:p>
            <a:fld id="{47A840BE-0B9D-481D-90B6-6332CF4A5D08}" type="slidenum">
              <a:rPr lang="es-ES" smtClean="0"/>
              <a:t>2</a:t>
            </a:fld>
            <a:endParaRPr lang="es-ES"/>
          </a:p>
        </p:txBody>
      </p:sp>
    </p:spTree>
    <p:extLst>
      <p:ext uri="{BB962C8B-B14F-4D97-AF65-F5344CB8AC3E}">
        <p14:creationId xmlns:p14="http://schemas.microsoft.com/office/powerpoint/2010/main" val="1778040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E10001-A929-409B-30C2-3CB6859E9D3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182FABCD-4E2F-745B-AE38-DB5BD1CC9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580735D-B1A8-D960-0461-9242244FBA2E}"/>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2C7A9DD7-9A0F-0F67-0A3E-A22799AD81F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1013ADB-F2EA-FB2C-AC82-34B8A3FC2DAB}"/>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428634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6E3895-E270-3CCE-95D8-170667FC935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4B7C0DC-D9B3-4E86-7EE5-834BFA7D13B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8676E67-D970-46DF-5C30-4169627F9384}"/>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D8E90E78-77D4-EC90-E778-E5C92BB43C5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D1325B5-8F08-25A7-003F-8333F6E5770F}"/>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2731690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E0DBE-8849-0D4E-D66C-991FB869F94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6E307E0E-7B95-56E4-417C-406BC8E868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051B558-CD3A-6CC4-F106-DAEE91E82B64}"/>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C7A93BBE-F270-36CB-7C8E-4D1EA17236E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DFADF7D-C50E-D5C5-9204-9BABDAD2C99E}"/>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3628722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D8B9BE-5792-CEE0-2D60-9E4F2404B28D}"/>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41B3ED5-3104-04A7-04CB-BBE69E1A2B0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154193EE-03C1-AEEA-2649-1F5A3659EAE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55B6441-D219-0CC7-3745-EB1AFF1B31BE}"/>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6" name="Marcador de pie de página 5">
            <a:extLst>
              <a:ext uri="{FF2B5EF4-FFF2-40B4-BE49-F238E27FC236}">
                <a16:creationId xmlns:a16="http://schemas.microsoft.com/office/drawing/2014/main" id="{835EF268-D9BF-BC12-3974-E9C689C459C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E7D1B1E-506D-4CC4-DC89-EA0AE74F7C8A}"/>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855076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49A848-A5C3-FD17-C56E-72CA610C1DD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763FAE58-0AF4-55BA-8346-3E47D84E0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E5294C5-FF18-0751-178F-C59250B645A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1D7779F-97D7-FE53-E1B4-2E51DAC64D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3A9C573-A1F2-4ACB-AEC4-7C5471A3D17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4EA9DAD9-BC47-20D3-7E9A-31A803D29D93}"/>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8" name="Marcador de pie de página 7">
            <a:extLst>
              <a:ext uri="{FF2B5EF4-FFF2-40B4-BE49-F238E27FC236}">
                <a16:creationId xmlns:a16="http://schemas.microsoft.com/office/drawing/2014/main" id="{6CEAFFF0-D614-864E-C591-367B45FDE5B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7F35DF1-C6FF-8C2B-AF01-1B63E352D689}"/>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1554067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0DC27A-EB47-66E6-2661-1D4A480350E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FCBFF3CA-E905-7437-8719-47FAA2036A93}"/>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4" name="Marcador de pie de página 3">
            <a:extLst>
              <a:ext uri="{FF2B5EF4-FFF2-40B4-BE49-F238E27FC236}">
                <a16:creationId xmlns:a16="http://schemas.microsoft.com/office/drawing/2014/main" id="{14858C08-2D71-FC49-C362-E5932DB67589}"/>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158F637-E20C-E52D-3D27-FF4EED24055A}"/>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2707377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1FAC735-00E5-2B49-B129-C460F4F59EC8}"/>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3" name="Marcador de pie de página 2">
            <a:extLst>
              <a:ext uri="{FF2B5EF4-FFF2-40B4-BE49-F238E27FC236}">
                <a16:creationId xmlns:a16="http://schemas.microsoft.com/office/drawing/2014/main" id="{360315B3-5147-7220-EAE7-7AD250EF918D}"/>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B79063D-0E6A-1237-C9D9-9257E8DCD108}"/>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413008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87548-B8A3-001F-5A14-448F31E414E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644D03C-BD2E-7A66-9F1A-CC0E847E60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A333401-445C-12D0-5678-7E7D670863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B1198B2-B37F-7616-4649-A9E187774D4A}"/>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6" name="Marcador de pie de página 5">
            <a:extLst>
              <a:ext uri="{FF2B5EF4-FFF2-40B4-BE49-F238E27FC236}">
                <a16:creationId xmlns:a16="http://schemas.microsoft.com/office/drawing/2014/main" id="{A8A21CC4-FB58-EB97-9909-4C044DD53B7C}"/>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336CC24-3DC9-40BB-ACCF-49DC41F6B5F9}"/>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424184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ED7BA-1BAC-23DD-34A7-9F830B0CAA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478C11F6-7EF9-20A5-D2F6-3F1D6BE2A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3B28607-50C4-9050-F7EF-71859A8BB1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ADC95F9-F41A-A20E-730F-A1009736EC0F}"/>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6" name="Marcador de pie de página 5">
            <a:extLst>
              <a:ext uri="{FF2B5EF4-FFF2-40B4-BE49-F238E27FC236}">
                <a16:creationId xmlns:a16="http://schemas.microsoft.com/office/drawing/2014/main" id="{3E15ECAA-29D0-3111-8B40-9A341A3505C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03CCAC1-1B88-8F58-DFD8-F3D6F8C5E404}"/>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315863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8B4DB9-2AE4-11AA-E2B9-79FEAF55AC7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AA156C4-EC29-4B4D-16A3-D70012D6271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CF7D71C-B2D4-ADA1-8DCF-69F393D1987D}"/>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9ACD80CA-5DFE-CD13-51FB-12670D3C871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54EA90F-8359-90B2-AA17-06B656F92F33}"/>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3401409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DAAF601-2FAB-52DB-BB8C-E617EDC2F5A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1B6D6F01-DC66-0734-2785-0D9B7135AF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B565898-1D71-D2A4-32C9-FBFA1377AB9A}"/>
              </a:ext>
            </a:extLst>
          </p:cNvPr>
          <p:cNvSpPr>
            <a:spLocks noGrp="1"/>
          </p:cNvSpPr>
          <p:nvPr>
            <p:ph type="dt" sz="half" idx="10"/>
          </p:nvPr>
        </p:nvSpPr>
        <p:spPr/>
        <p:txBody>
          <a:body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AAEB1C9A-1150-EDF8-E658-A06BF3B4C00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BD93130-E191-7B4F-A9CF-13BD241BADB9}"/>
              </a:ext>
            </a:extLst>
          </p:cNvPr>
          <p:cNvSpPr>
            <a:spLocks noGrp="1"/>
          </p:cNvSpPr>
          <p:nvPr>
            <p:ph type="sldNum" sz="quarter" idx="12"/>
          </p:nvPr>
        </p:nvSpPr>
        <p:spPr/>
        <p:txBody>
          <a:bodyPr/>
          <a:lstStyle/>
          <a:p>
            <a:fld id="{D7D1EE8B-07B5-4EA3-ABF7-D2907C7BECBD}" type="slidenum">
              <a:rPr lang="es-ES" smtClean="0"/>
              <a:t>‹Nº›</a:t>
            </a:fld>
            <a:endParaRPr lang="es-ES"/>
          </a:p>
        </p:txBody>
      </p:sp>
    </p:spTree>
    <p:extLst>
      <p:ext uri="{BB962C8B-B14F-4D97-AF65-F5344CB8AC3E}">
        <p14:creationId xmlns:p14="http://schemas.microsoft.com/office/powerpoint/2010/main" val="363628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3A995B-24A0-AB81-8F05-85FFDE49C5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0C83D8E-141D-6C34-875E-340AD3916A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E410AA0-1A62-B056-E6F1-DE436159CB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4812C3-6338-4F99-8B14-00AB53DFED04}" type="datetimeFigureOut">
              <a:rPr lang="es-ES" smtClean="0"/>
              <a:t>27/12/2025</a:t>
            </a:fld>
            <a:endParaRPr lang="es-ES"/>
          </a:p>
        </p:txBody>
      </p:sp>
      <p:sp>
        <p:nvSpPr>
          <p:cNvPr id="5" name="Marcador de pie de página 4">
            <a:extLst>
              <a:ext uri="{FF2B5EF4-FFF2-40B4-BE49-F238E27FC236}">
                <a16:creationId xmlns:a16="http://schemas.microsoft.com/office/drawing/2014/main" id="{14B5ADA1-6176-B484-97C5-E58C2AC7A5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204AA7E1-FCBB-A87B-AE5A-E812A5723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D1EE8B-07B5-4EA3-ABF7-D2907C7BECBD}" type="slidenum">
              <a:rPr lang="es-ES" smtClean="0"/>
              <a:t>‹Nº›</a:t>
            </a:fld>
            <a:endParaRPr lang="es-ES"/>
          </a:p>
        </p:txBody>
      </p:sp>
    </p:spTree>
    <p:extLst>
      <p:ext uri="{BB962C8B-B14F-4D97-AF65-F5344CB8AC3E}">
        <p14:creationId xmlns:p14="http://schemas.microsoft.com/office/powerpoint/2010/main" val="1062643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svgsilh.com/pt/image/28616.html"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ohiostate.pressbooks.pub/sciencebites/chapter/a-bitter-brew-coffee-production-deforestation-soil-erosion-and-water-contamination/"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ixnio.com/es/comida-bebida/el-cafe/cafe-grano-bebida-tabla-planta"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freepngimg.com/png/35685-coffee-beans-image" TargetMode="Externa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52">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54">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E2F42051-6DB8-DC9F-841B-454B75D9570B}"/>
              </a:ext>
            </a:extLst>
          </p:cNvPr>
          <p:cNvSpPr>
            <a:spLocks noGrp="1"/>
          </p:cNvSpPr>
          <p:nvPr>
            <p:ph type="ctrTitle"/>
          </p:nvPr>
        </p:nvSpPr>
        <p:spPr>
          <a:xfrm>
            <a:off x="638881" y="390525"/>
            <a:ext cx="10909640" cy="1510301"/>
          </a:xfrm>
        </p:spPr>
        <p:txBody>
          <a:bodyPr anchor="ctr">
            <a:normAutofit/>
          </a:bodyPr>
          <a:lstStyle/>
          <a:p>
            <a:r>
              <a:rPr lang="es-ES" sz="6600" b="1">
                <a:solidFill>
                  <a:srgbClr val="FFFFFF"/>
                </a:solidFill>
              </a:rPr>
              <a:t>Mercado Global del Café</a:t>
            </a:r>
            <a:endParaRPr lang="es-ES" sz="6600">
              <a:solidFill>
                <a:srgbClr val="FFFFFF"/>
              </a:solidFill>
            </a:endParaRPr>
          </a:p>
        </p:txBody>
      </p:sp>
      <p:sp>
        <p:nvSpPr>
          <p:cNvPr id="3" name="Subtítulo 2">
            <a:extLst>
              <a:ext uri="{FF2B5EF4-FFF2-40B4-BE49-F238E27FC236}">
                <a16:creationId xmlns:a16="http://schemas.microsoft.com/office/drawing/2014/main" id="{D69476F3-93FE-A1DC-1EA3-28CF096A4795}"/>
              </a:ext>
            </a:extLst>
          </p:cNvPr>
          <p:cNvSpPr>
            <a:spLocks noGrp="1"/>
          </p:cNvSpPr>
          <p:nvPr>
            <p:ph type="subTitle" idx="1"/>
          </p:nvPr>
        </p:nvSpPr>
        <p:spPr>
          <a:xfrm>
            <a:off x="2895601" y="1900826"/>
            <a:ext cx="6396204" cy="662542"/>
          </a:xfrm>
        </p:spPr>
        <p:txBody>
          <a:bodyPr anchor="ctr">
            <a:normAutofit/>
          </a:bodyPr>
          <a:lstStyle/>
          <a:p>
            <a:r>
              <a:rPr lang="es-ES" b="1">
                <a:solidFill>
                  <a:srgbClr val="FFFFFF"/>
                </a:solidFill>
              </a:rPr>
              <a:t>Exploratory Data Analysis</a:t>
            </a:r>
            <a:endParaRPr lang="es-ES">
              <a:solidFill>
                <a:srgbClr val="FFFFFF"/>
              </a:solidFill>
            </a:endParaRPr>
          </a:p>
        </p:txBody>
      </p:sp>
      <p:sp>
        <p:nvSpPr>
          <p:cNvPr id="63"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áfico 4">
            <a:extLst>
              <a:ext uri="{FF2B5EF4-FFF2-40B4-BE49-F238E27FC236}">
                <a16:creationId xmlns:a16="http://schemas.microsoft.com/office/drawing/2014/main" id="{C97ACF9D-D370-BDD7-D66C-0C5B8ECF1BBF}"/>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3073169" y="3067050"/>
            <a:ext cx="6042613" cy="3019537"/>
          </a:xfrm>
          <a:prstGeom prst="rect">
            <a:avLst/>
          </a:prstGeom>
        </p:spPr>
      </p:pic>
    </p:spTree>
    <p:extLst>
      <p:ext uri="{BB962C8B-B14F-4D97-AF65-F5344CB8AC3E}">
        <p14:creationId xmlns:p14="http://schemas.microsoft.com/office/powerpoint/2010/main" val="2802825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DF66CB0-1AD6-4D8C-BE70-897ADA64FE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4C3B26D-D43F-467B-B943-E20A45E7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799"/>
            <a:ext cx="6802718" cy="5486401"/>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745D83F-8C3E-0ADE-7E61-42DA420E382E}"/>
              </a:ext>
            </a:extLst>
          </p:cNvPr>
          <p:cNvSpPr>
            <a:spLocks noGrp="1"/>
          </p:cNvSpPr>
          <p:nvPr>
            <p:ph type="title"/>
          </p:nvPr>
        </p:nvSpPr>
        <p:spPr>
          <a:xfrm>
            <a:off x="1265274" y="1063256"/>
            <a:ext cx="5624624" cy="1097210"/>
          </a:xfrm>
        </p:spPr>
        <p:txBody>
          <a:bodyPr vert="horz" lIns="91440" tIns="45720" rIns="91440" bIns="45720" rtlCol="0" anchor="b">
            <a:normAutofit/>
          </a:bodyPr>
          <a:lstStyle/>
          <a:p>
            <a:pPr algn="ctr"/>
            <a:r>
              <a:rPr lang="es-ES" sz="2800" dirty="0"/>
              <a:t>EDA del Mercado Global del Café</a:t>
            </a:r>
            <a:endParaRPr lang="en-US" sz="2800" b="1" dirty="0">
              <a:solidFill>
                <a:srgbClr val="595959"/>
              </a:solidFill>
            </a:endParaRPr>
          </a:p>
        </p:txBody>
      </p:sp>
      <p:sp>
        <p:nvSpPr>
          <p:cNvPr id="4" name="Marcador de contenido 3">
            <a:extLst>
              <a:ext uri="{FF2B5EF4-FFF2-40B4-BE49-F238E27FC236}">
                <a16:creationId xmlns:a16="http://schemas.microsoft.com/office/drawing/2014/main" id="{1521DAAA-90AF-DD57-0552-20E1E896722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35801" y="2447337"/>
            <a:ext cx="4117787" cy="3156022"/>
          </a:xfrm>
        </p:spPr>
        <p:txBody>
          <a:bodyPr>
            <a:normAutofit/>
          </a:bodyPr>
          <a:lstStyle/>
          <a:p>
            <a:pPr marL="0" lvl="0" indent="0" eaLnBrk="0" fontAlgn="base" hangingPunct="0">
              <a:lnSpc>
                <a:spcPct val="100000"/>
              </a:lnSpc>
              <a:spcBef>
                <a:spcPct val="0"/>
              </a:spcBef>
              <a:spcAft>
                <a:spcPct val="0"/>
              </a:spcAft>
            </a:pPr>
            <a:r>
              <a:rPr lang="es-ES" altLang="es-ES" sz="1600" dirty="0">
                <a:latin typeface="Arial" panose="020B0604020202020204" pitchFamily="34" charset="0"/>
              </a:rPr>
              <a:t>Introducción</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Contexto del problema</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Hipótesis</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Descripción de los datos</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Limpieza y preprocesado</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Análisis univariante</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Análisis bivariante</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Análisis multivariante</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Verificación de hipótesis</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Conclusiones</a:t>
            </a:r>
          </a:p>
          <a:p>
            <a:pPr marL="0" lvl="0" indent="0" eaLnBrk="0" fontAlgn="base" hangingPunct="0">
              <a:lnSpc>
                <a:spcPct val="100000"/>
              </a:lnSpc>
              <a:spcBef>
                <a:spcPct val="0"/>
              </a:spcBef>
              <a:spcAft>
                <a:spcPct val="0"/>
              </a:spcAft>
              <a:buFontTx/>
              <a:buChar char="•"/>
            </a:pPr>
            <a:r>
              <a:rPr lang="es-ES" altLang="es-ES" sz="1600" dirty="0">
                <a:latin typeface="Arial" panose="020B0604020202020204" pitchFamily="34" charset="0"/>
              </a:rPr>
              <a:t>Recomendaciones</a:t>
            </a:r>
            <a:endParaRPr lang="es-ES" sz="1600" dirty="0"/>
          </a:p>
        </p:txBody>
      </p:sp>
      <p:pic>
        <p:nvPicPr>
          <p:cNvPr id="5" name="Marcador de contenido 4" descr="Cerezas de café crudas en una rama">
            <a:extLst>
              <a:ext uri="{FF2B5EF4-FFF2-40B4-BE49-F238E27FC236}">
                <a16:creationId xmlns:a16="http://schemas.microsoft.com/office/drawing/2014/main" id="{112DC6D4-12B0-480A-BD3C-BE21F83DE31A}"/>
              </a:ext>
            </a:extLst>
          </p:cNvPr>
          <p:cNvPicPr>
            <a:picLocks noGrp="1" noChangeAspect="1"/>
          </p:cNvPicPr>
          <p:nvPr>
            <p:ph sz="half" idx="1"/>
          </p:nvPr>
        </p:nvPicPr>
        <p:blipFill>
          <a:blip r:embed="rId3"/>
          <a:srcRect l="21274" r="28626" b="-2"/>
          <a:stretch>
            <a:fillRect/>
          </a:stretch>
        </p:blipFill>
        <p:spPr>
          <a:xfrm>
            <a:off x="6738413" y="685799"/>
            <a:ext cx="4840443" cy="5486399"/>
          </a:xfrm>
          <a:prstGeom prst="rect">
            <a:avLst/>
          </a:prstGeom>
        </p:spPr>
      </p:pic>
    </p:spTree>
    <p:extLst>
      <p:ext uri="{BB962C8B-B14F-4D97-AF65-F5344CB8AC3E}">
        <p14:creationId xmlns:p14="http://schemas.microsoft.com/office/powerpoint/2010/main" val="36391296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A995F5-C374-FE9C-0FDB-74F1DA9A502B}"/>
            </a:ext>
          </a:extLst>
        </p:cNvPr>
        <p:cNvGrpSpPr/>
        <p:nvPr/>
      </p:nvGrpSpPr>
      <p:grpSpPr>
        <a:xfrm>
          <a:off x="0" y="0"/>
          <a:ext cx="0" cy="0"/>
          <a:chOff x="0" y="0"/>
          <a:chExt cx="0" cy="0"/>
        </a:xfrm>
      </p:grpSpPr>
      <p:sp useBgFill="1">
        <p:nvSpPr>
          <p:cNvPr id="31" name="Rectangle 25">
            <a:extLst>
              <a:ext uri="{FF2B5EF4-FFF2-40B4-BE49-F238E27FC236}">
                <a16:creationId xmlns:a16="http://schemas.microsoft.com/office/drawing/2014/main" id="{D4586632-93A0-5F05-F11B-36FE2313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a:extLst>
              <a:ext uri="{FF2B5EF4-FFF2-40B4-BE49-F238E27FC236}">
                <a16:creationId xmlns:a16="http://schemas.microsoft.com/office/drawing/2014/main" id="{E5F0AED0-FE30-9E02-7764-A46A56769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Imagen 4" descr="Mapa&#10;&#10;El contenido generado por IA puede ser incorrecto.">
            <a:extLst>
              <a:ext uri="{FF2B5EF4-FFF2-40B4-BE49-F238E27FC236}">
                <a16:creationId xmlns:a16="http://schemas.microsoft.com/office/drawing/2014/main" id="{D2DE2BE8-6586-49C5-6D36-9FA8FA468F35}"/>
              </a:ext>
            </a:extLst>
          </p:cNvPr>
          <p:cNvPicPr>
            <a:picLocks noChangeAspect="1"/>
          </p:cNvPicPr>
          <p:nvPr/>
        </p:nvPicPr>
        <p:blipFill>
          <a:blip r:embed="rId2">
            <a:duotone>
              <a:schemeClr val="accent1">
                <a:shade val="45000"/>
                <a:satMod val="135000"/>
              </a:schemeClr>
              <a:prstClr val="white"/>
            </a:duotone>
            <a:alphaModFix amt="35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7777" b="-1"/>
          <a:stretch>
            <a:fillRect/>
          </a:stretch>
        </p:blipFill>
        <p:spPr>
          <a:xfrm>
            <a:off x="20" y="10"/>
            <a:ext cx="12191981" cy="6857989"/>
          </a:xfrm>
          <a:prstGeom prst="rect">
            <a:avLst/>
          </a:prstGeom>
        </p:spPr>
      </p:pic>
      <p:sp>
        <p:nvSpPr>
          <p:cNvPr id="2" name="Título 1">
            <a:extLst>
              <a:ext uri="{FF2B5EF4-FFF2-40B4-BE49-F238E27FC236}">
                <a16:creationId xmlns:a16="http://schemas.microsoft.com/office/drawing/2014/main" id="{8CE6AEA7-4C1E-FC15-CB8E-3128F6870DCF}"/>
              </a:ext>
            </a:extLst>
          </p:cNvPr>
          <p:cNvSpPr>
            <a:spLocks noGrp="1"/>
          </p:cNvSpPr>
          <p:nvPr>
            <p:ph type="title"/>
          </p:nvPr>
        </p:nvSpPr>
        <p:spPr>
          <a:xfrm>
            <a:off x="838200" y="698643"/>
            <a:ext cx="5243394" cy="5189746"/>
          </a:xfrm>
        </p:spPr>
        <p:txBody>
          <a:bodyPr anchor="t">
            <a:normAutofit/>
          </a:bodyPr>
          <a:lstStyle/>
          <a:p>
            <a:r>
              <a:rPr lang="en-US" sz="7200" b="1" dirty="0">
                <a:solidFill>
                  <a:schemeClr val="bg1"/>
                </a:solidFill>
              </a:rPr>
              <a:t>El </a:t>
            </a:r>
            <a:r>
              <a:rPr lang="en-US" sz="7200" b="1" dirty="0" err="1">
                <a:solidFill>
                  <a:schemeClr val="bg1"/>
                </a:solidFill>
              </a:rPr>
              <a:t>fascinante</a:t>
            </a:r>
            <a:r>
              <a:rPr lang="en-US" sz="7200" b="1" dirty="0">
                <a:solidFill>
                  <a:schemeClr val="bg1"/>
                </a:solidFill>
              </a:rPr>
              <a:t> </a:t>
            </a:r>
            <a:r>
              <a:rPr lang="en-US" sz="7200" b="1" dirty="0" err="1">
                <a:solidFill>
                  <a:schemeClr val="bg1"/>
                </a:solidFill>
              </a:rPr>
              <a:t>mundo</a:t>
            </a:r>
            <a:r>
              <a:rPr lang="en-US" sz="7200" b="1" dirty="0">
                <a:solidFill>
                  <a:schemeClr val="bg1"/>
                </a:solidFill>
              </a:rPr>
              <a:t> del café</a:t>
            </a:r>
            <a:endParaRPr lang="es-ES" sz="7200" dirty="0">
              <a:solidFill>
                <a:schemeClr val="bg1"/>
              </a:solidFill>
            </a:endParaRPr>
          </a:p>
        </p:txBody>
      </p:sp>
      <p:cxnSp>
        <p:nvCxnSpPr>
          <p:cNvPr id="30" name="Straight Connector 29">
            <a:extLst>
              <a:ext uri="{FF2B5EF4-FFF2-40B4-BE49-F238E27FC236}">
                <a16:creationId xmlns:a16="http://schemas.microsoft.com/office/drawing/2014/main" id="{A347FC18-3A66-5CD7-480C-05B323B03F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3622" y="373056"/>
            <a:ext cx="0" cy="6476066"/>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32" name="Graphic 11">
            <a:extLst>
              <a:ext uri="{FF2B5EF4-FFF2-40B4-BE49-F238E27FC236}">
                <a16:creationId xmlns:a16="http://schemas.microsoft.com/office/drawing/2014/main" id="{E608E6CC-38DE-4EC3-9709-88F480FD5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5948" y="74031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Graphic 10">
            <a:extLst>
              <a:ext uri="{FF2B5EF4-FFF2-40B4-BE49-F238E27FC236}">
                <a16:creationId xmlns:a16="http://schemas.microsoft.com/office/drawing/2014/main" id="{D7A82165-05D2-B1E0-888C-BE0D801BE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4728" y="969611"/>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Graphic 12">
            <a:extLst>
              <a:ext uri="{FF2B5EF4-FFF2-40B4-BE49-F238E27FC236}">
                <a16:creationId xmlns:a16="http://schemas.microsoft.com/office/drawing/2014/main" id="{D876F623-ABB2-69C9-C033-6377D8CE5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0408" y="1484755"/>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8D793C4B-A6EE-1841-3848-EB8F4B99FD33}"/>
              </a:ext>
            </a:extLst>
          </p:cNvPr>
          <p:cNvSpPr>
            <a:spLocks noGrp="1" noChangeArrowheads="1"/>
          </p:cNvSpPr>
          <p:nvPr>
            <p:ph idx="1"/>
          </p:nvPr>
        </p:nvSpPr>
        <p:spPr bwMode="auto">
          <a:xfrm>
            <a:off x="7622204" y="167701"/>
            <a:ext cx="4124758" cy="53014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b" anchorCtr="0" compatLnSpc="1">
            <a:prstTxWarp prst="textNoShape">
              <a:avLst/>
            </a:prstTxWarp>
            <a:normAutofit/>
          </a:bodyPr>
          <a:lstStyle/>
          <a:p>
            <a:pPr marL="0" indent="0">
              <a:spcBef>
                <a:spcPts val="2500"/>
              </a:spcBef>
              <a:buNone/>
            </a:pPr>
            <a:r>
              <a:rPr lang="es-ES" sz="1800" b="1" dirty="0">
                <a:solidFill>
                  <a:schemeClr val="bg1"/>
                </a:solidFill>
              </a:rPr>
              <a:t>Popularidad Global del Café</a:t>
            </a:r>
          </a:p>
          <a:p>
            <a:pPr marL="0" lvl="1" indent="0">
              <a:buNone/>
            </a:pPr>
            <a:r>
              <a:rPr lang="es-ES" sz="1800" dirty="0">
                <a:solidFill>
                  <a:schemeClr val="bg1"/>
                </a:solidFill>
              </a:rPr>
              <a:t>El café es una de las bebidas favoritas en todo el mundo, apreciado por su aroma y sabor inconfundibles.</a:t>
            </a:r>
          </a:p>
          <a:p>
            <a:pPr marL="0" indent="0">
              <a:spcBef>
                <a:spcPts val="2500"/>
              </a:spcBef>
              <a:buNone/>
            </a:pPr>
            <a:r>
              <a:rPr lang="es-ES" sz="1800" b="1" dirty="0">
                <a:solidFill>
                  <a:schemeClr val="bg1"/>
                </a:solidFill>
              </a:rPr>
              <a:t>Cultivo en Regiones Tropicales</a:t>
            </a:r>
          </a:p>
          <a:p>
            <a:pPr marL="0" lvl="1" indent="0">
              <a:buNone/>
            </a:pPr>
            <a:r>
              <a:rPr lang="es-ES" sz="1800" dirty="0">
                <a:solidFill>
                  <a:schemeClr val="bg1"/>
                </a:solidFill>
              </a:rPr>
              <a:t>El café se cultiva principalmente en climas tropicales, donde las condiciones favorecen el desarrollo de granos de alta calidad.</a:t>
            </a:r>
          </a:p>
          <a:p>
            <a:pPr marL="0" indent="0">
              <a:spcBef>
                <a:spcPts val="2500"/>
              </a:spcBef>
              <a:buNone/>
            </a:pPr>
            <a:r>
              <a:rPr lang="es-ES" sz="1800" b="1" dirty="0">
                <a:solidFill>
                  <a:schemeClr val="bg1"/>
                </a:solidFill>
              </a:rPr>
              <a:t>Diversidad y Cultura Cafetera</a:t>
            </a:r>
          </a:p>
          <a:p>
            <a:pPr marL="0" lvl="1" indent="0">
              <a:buNone/>
            </a:pPr>
            <a:r>
              <a:rPr lang="es-ES" sz="1800" dirty="0">
                <a:solidFill>
                  <a:schemeClr val="bg1"/>
                </a:solidFill>
              </a:rPr>
              <a:t>Existen muchas variedades de café con diferentes sabores, y su consumo forma parte esencial de diversas culturas y reuniones sociales.</a:t>
            </a:r>
          </a:p>
        </p:txBody>
      </p:sp>
      <p:sp>
        <p:nvSpPr>
          <p:cNvPr id="6" name="CuadroTexto 5">
            <a:extLst>
              <a:ext uri="{FF2B5EF4-FFF2-40B4-BE49-F238E27FC236}">
                <a16:creationId xmlns:a16="http://schemas.microsoft.com/office/drawing/2014/main" id="{9410DB86-1BC3-D99C-078D-199102BD6B45}"/>
              </a:ext>
            </a:extLst>
          </p:cNvPr>
          <p:cNvSpPr txBox="1"/>
          <p:nvPr/>
        </p:nvSpPr>
        <p:spPr>
          <a:xfrm>
            <a:off x="9684583" y="6657944"/>
            <a:ext cx="2507418" cy="200055"/>
          </a:xfrm>
          <a:prstGeom prst="rect">
            <a:avLst/>
          </a:prstGeom>
          <a:solidFill>
            <a:srgbClr val="000000"/>
          </a:solidFill>
        </p:spPr>
        <p:txBody>
          <a:bodyPr wrap="none" rtlCol="0">
            <a:spAutoFit/>
          </a:bodyPr>
          <a:lstStyle/>
          <a:p>
            <a:pPr algn="r">
              <a:spcAft>
                <a:spcPts val="600"/>
              </a:spcAft>
            </a:pPr>
            <a:r>
              <a:rPr lang="es-ES" sz="700">
                <a:solidFill>
                  <a:srgbClr val="FFFFFF"/>
                </a:solidFill>
                <a:hlinkClick r:id="rId3" tooltip="https://ohiostate.pressbooks.pub/sciencebites/chapter/a-bitter-brew-coffee-production-deforestation-soil-erosion-and-water-contamination/">
                  <a:extLst>
                    <a:ext uri="{A12FA001-AC4F-418D-AE19-62706E023703}">
                      <ahyp:hlinkClr xmlns:ahyp="http://schemas.microsoft.com/office/drawing/2018/hyperlinkcolor" val="tx"/>
                    </a:ext>
                  </a:extLst>
                </a:hlinkClick>
              </a:rPr>
              <a:t>Esta foto</a:t>
            </a:r>
            <a:r>
              <a:rPr lang="es-ES" sz="700">
                <a:solidFill>
                  <a:srgbClr val="FFFFFF"/>
                </a:solidFill>
              </a:rPr>
              <a:t> de Autor desconocido está bajo licencia </a:t>
            </a:r>
            <a:r>
              <a:rPr lang="es-E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s-ES" sz="700">
              <a:solidFill>
                <a:srgbClr val="FFFFFF"/>
              </a:solidFill>
            </a:endParaRPr>
          </a:p>
        </p:txBody>
      </p:sp>
    </p:spTree>
    <p:extLst>
      <p:ext uri="{BB962C8B-B14F-4D97-AF65-F5344CB8AC3E}">
        <p14:creationId xmlns:p14="http://schemas.microsoft.com/office/powerpoint/2010/main" val="523396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Tazas de café">
            <a:extLst>
              <a:ext uri="{FF2B5EF4-FFF2-40B4-BE49-F238E27FC236}">
                <a16:creationId xmlns:a16="http://schemas.microsoft.com/office/drawing/2014/main" id="{1F262A29-8CB8-E343-D989-23620EA2ED3D}"/>
              </a:ext>
            </a:extLst>
          </p:cNvPr>
          <p:cNvPicPr>
            <a:picLocks noChangeAspect="1"/>
          </p:cNvPicPr>
          <p:nvPr/>
        </p:nvPicPr>
        <p:blipFill>
          <a:blip r:embed="rId2">
            <a:alphaModFix amt="55000"/>
          </a:blip>
          <a:srcRect t="13407" b="2323"/>
          <a:stretch>
            <a:fillRect/>
          </a:stretch>
        </p:blipFill>
        <p:spPr>
          <a:xfrm>
            <a:off x="20" y="-9107"/>
            <a:ext cx="12191980" cy="6858000"/>
          </a:xfrm>
          <a:prstGeom prst="rect">
            <a:avLst/>
          </a:prstGeom>
        </p:spPr>
      </p:pic>
      <p:sp>
        <p:nvSpPr>
          <p:cNvPr id="2" name="Título 1">
            <a:extLst>
              <a:ext uri="{FF2B5EF4-FFF2-40B4-BE49-F238E27FC236}">
                <a16:creationId xmlns:a16="http://schemas.microsoft.com/office/drawing/2014/main" id="{B9637A3D-33D1-98EB-DADB-404B789FE3AB}"/>
              </a:ext>
            </a:extLst>
          </p:cNvPr>
          <p:cNvSpPr>
            <a:spLocks noGrp="1"/>
          </p:cNvSpPr>
          <p:nvPr>
            <p:ph type="title"/>
          </p:nvPr>
        </p:nvSpPr>
        <p:spPr>
          <a:xfrm>
            <a:off x="686834" y="591344"/>
            <a:ext cx="3200400" cy="5585619"/>
          </a:xfrm>
        </p:spPr>
        <p:txBody>
          <a:bodyPr>
            <a:normAutofit/>
          </a:bodyPr>
          <a:lstStyle/>
          <a:p>
            <a:r>
              <a:rPr lang="es-ES">
                <a:solidFill>
                  <a:srgbClr val="FFFFFF"/>
                </a:solidFill>
              </a:rPr>
              <a:t>OBJETIVO</a:t>
            </a:r>
          </a:p>
        </p:txBody>
      </p:sp>
      <p:sp>
        <p:nvSpPr>
          <p:cNvPr id="25"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7FA34C61-DC70-47A1-D8D5-817B32FAD464}"/>
              </a:ext>
            </a:extLst>
          </p:cNvPr>
          <p:cNvSpPr>
            <a:spLocks noGrp="1"/>
          </p:cNvSpPr>
          <p:nvPr>
            <p:ph idx="1"/>
          </p:nvPr>
        </p:nvSpPr>
        <p:spPr>
          <a:xfrm>
            <a:off x="4447308" y="591344"/>
            <a:ext cx="6906491" cy="5585619"/>
          </a:xfrm>
        </p:spPr>
        <p:txBody>
          <a:bodyPr anchor="ctr">
            <a:normAutofit/>
          </a:bodyPr>
          <a:lstStyle/>
          <a:p>
            <a:r>
              <a:rPr lang="es-ES" dirty="0">
                <a:solidFill>
                  <a:srgbClr val="FFFFFF"/>
                </a:solidFill>
              </a:rPr>
              <a:t>Realizar un análisis exploratorio de datos (EDA) del mercado global del café con el fin de identificar patrones de distribución y concentración en la producción, el consumo y el comercio internacional, y evaluar si el valor del café se distribuye de forma homogénea entre los países productores..</a:t>
            </a:r>
          </a:p>
          <a:p>
            <a:endParaRPr lang="es-ES" dirty="0">
              <a:solidFill>
                <a:srgbClr val="FFFFFF"/>
              </a:solidFill>
            </a:endParaRPr>
          </a:p>
        </p:txBody>
      </p:sp>
    </p:spTree>
    <p:extLst>
      <p:ext uri="{BB962C8B-B14F-4D97-AF65-F5344CB8AC3E}">
        <p14:creationId xmlns:p14="http://schemas.microsoft.com/office/powerpoint/2010/main" val="112623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8" name="Rectangle 193">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5">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D2FE82-E795-8E44-9F95-A58816EE258B}"/>
              </a:ext>
            </a:extLst>
          </p:cNvPr>
          <p:cNvSpPr>
            <a:spLocks noGrp="1"/>
          </p:cNvSpPr>
          <p:nvPr>
            <p:ph type="title"/>
          </p:nvPr>
        </p:nvSpPr>
        <p:spPr>
          <a:xfrm>
            <a:off x="1137033" y="670559"/>
            <a:ext cx="4683321" cy="2148841"/>
          </a:xfrm>
        </p:spPr>
        <p:txBody>
          <a:bodyPr anchor="t">
            <a:normAutofit/>
          </a:bodyPr>
          <a:lstStyle/>
          <a:p>
            <a:r>
              <a:rPr lang="es-ES"/>
              <a:t>OBJETIVOS ESPECIFICOS</a:t>
            </a:r>
            <a:endParaRPr lang="es-ES" dirty="0"/>
          </a:p>
        </p:txBody>
      </p:sp>
      <p:pic>
        <p:nvPicPr>
          <p:cNvPr id="68" name="Imagen 67" descr="Un pastel de chocolate en la tierra&#10;&#10;El contenido generado por IA puede ser incorrecto.">
            <a:extLst>
              <a:ext uri="{FF2B5EF4-FFF2-40B4-BE49-F238E27FC236}">
                <a16:creationId xmlns:a16="http://schemas.microsoft.com/office/drawing/2014/main" id="{3859C691-628C-8A81-1410-544658C1B11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6406" b="6406"/>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Marcador de contenido 2">
            <a:extLst>
              <a:ext uri="{FF2B5EF4-FFF2-40B4-BE49-F238E27FC236}">
                <a16:creationId xmlns:a16="http://schemas.microsoft.com/office/drawing/2014/main" id="{6457FA94-C8FA-8E8F-B47E-79D7DEF210E0}"/>
              </a:ext>
            </a:extLst>
          </p:cNvPr>
          <p:cNvSpPr>
            <a:spLocks noGrp="1"/>
          </p:cNvSpPr>
          <p:nvPr>
            <p:ph idx="1"/>
          </p:nvPr>
        </p:nvSpPr>
        <p:spPr>
          <a:xfrm>
            <a:off x="5540829" y="903515"/>
            <a:ext cx="6237514" cy="5484264"/>
          </a:xfrm>
        </p:spPr>
        <p:txBody>
          <a:bodyPr anchor="t">
            <a:normAutofit/>
          </a:bodyPr>
          <a:lstStyle/>
          <a:p>
            <a:pPr marL="0" indent="0">
              <a:buNone/>
            </a:pPr>
            <a:r>
              <a:rPr lang="es-ES" sz="1800" dirty="0"/>
              <a:t>     Producción</a:t>
            </a:r>
          </a:p>
          <a:p>
            <a:r>
              <a:rPr lang="es-ES" sz="1800" dirty="0"/>
              <a:t>Analizar la distribución de la producción de café por país para identificar posibles patrones de concentración y desigualdad entre los principales países productores.</a:t>
            </a:r>
          </a:p>
          <a:p>
            <a:pPr marL="0" indent="0">
              <a:buNone/>
            </a:pPr>
            <a:r>
              <a:rPr lang="es-ES" sz="1800" dirty="0"/>
              <a:t>    Consumo</a:t>
            </a:r>
          </a:p>
          <a:p>
            <a:r>
              <a:rPr lang="es-ES" sz="1800" dirty="0"/>
              <a:t>Estudiar el consumo doméstico de café por país con el fin de comparar la distribución de la demanda interna entre países productores y consumidores.</a:t>
            </a:r>
          </a:p>
          <a:p>
            <a:pPr marL="0" indent="0">
              <a:buNone/>
            </a:pPr>
            <a:r>
              <a:rPr lang="es-ES" sz="1800" dirty="0"/>
              <a:t>    Comercio exterior</a:t>
            </a:r>
          </a:p>
          <a:p>
            <a:r>
              <a:rPr lang="es-ES" sz="1800" dirty="0"/>
              <a:t>Evaluar el papel del comercio internacional del café mediante el análisis de las exportaciones, identificando qué países concentran el mayor volumen exportado.</a:t>
            </a:r>
          </a:p>
          <a:p>
            <a:pPr marL="0" indent="0">
              <a:buNone/>
            </a:pPr>
            <a:r>
              <a:rPr lang="es-ES" sz="1800" dirty="0"/>
              <a:t>    Análisis multivariante</a:t>
            </a:r>
          </a:p>
          <a:p>
            <a:r>
              <a:rPr lang="es-ES" sz="1800" dirty="0"/>
              <a:t>Analizar de forma conjunta la producción, el consumo doméstico y las exportaciones para identificar perfiles de países y evaluar la orientación del valor del café hacia el mercado internacional</a:t>
            </a:r>
            <a:r>
              <a:rPr lang="es-ES" sz="1600" dirty="0"/>
              <a:t>.</a:t>
            </a:r>
          </a:p>
          <a:p>
            <a:endParaRPr lang="es-ES" sz="1400" dirty="0"/>
          </a:p>
        </p:txBody>
      </p:sp>
    </p:spTree>
    <p:extLst>
      <p:ext uri="{BB962C8B-B14F-4D97-AF65-F5344CB8AC3E}">
        <p14:creationId xmlns:p14="http://schemas.microsoft.com/office/powerpoint/2010/main" val="332214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9A1BA7-F751-61B0-597A-09749870B750}"/>
              </a:ext>
            </a:extLst>
          </p:cNvPr>
          <p:cNvSpPr>
            <a:spLocks noGrp="1"/>
          </p:cNvSpPr>
          <p:nvPr>
            <p:ph type="title"/>
          </p:nvPr>
        </p:nvSpPr>
        <p:spPr>
          <a:xfrm>
            <a:off x="511629" y="365126"/>
            <a:ext cx="10842171" cy="873740"/>
          </a:xfrm>
        </p:spPr>
        <p:txBody>
          <a:bodyPr/>
          <a:lstStyle/>
          <a:p>
            <a:r>
              <a:rPr lang="es-ES"/>
              <a:t>HIPÓTESIS</a:t>
            </a:r>
            <a:endParaRPr lang="es-ES" dirty="0"/>
          </a:p>
        </p:txBody>
      </p:sp>
      <p:sp>
        <p:nvSpPr>
          <p:cNvPr id="4" name="CuadroTexto 3">
            <a:extLst>
              <a:ext uri="{FF2B5EF4-FFF2-40B4-BE49-F238E27FC236}">
                <a16:creationId xmlns:a16="http://schemas.microsoft.com/office/drawing/2014/main" id="{4B7A7D75-A737-57F2-8CEE-CEFF4C5C3C38}"/>
              </a:ext>
            </a:extLst>
          </p:cNvPr>
          <p:cNvSpPr txBox="1"/>
          <p:nvPr/>
        </p:nvSpPr>
        <p:spPr>
          <a:xfrm>
            <a:off x="576943" y="1062939"/>
            <a:ext cx="10711541" cy="5733557"/>
          </a:xfrm>
          <a:prstGeom prst="rect">
            <a:avLst/>
          </a:prstGeom>
          <a:noFill/>
        </p:spPr>
        <p:txBody>
          <a:bodyPr wrap="square">
            <a:spAutoFit/>
          </a:bodyPr>
          <a:lstStyle/>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H1</a:t>
            </a:r>
          </a:p>
          <a:p>
            <a:pPr>
              <a:lnSpc>
                <a:spcPct val="115000"/>
              </a:lnSpc>
              <a:spcAft>
                <a:spcPts val="800"/>
              </a:spcAft>
              <a:buNone/>
            </a:pPr>
            <a:r>
              <a:rPr lang="es-ES" dirty="0"/>
              <a:t>✔️ </a:t>
            </a:r>
            <a:r>
              <a:rPr lang="es-ES" kern="100" dirty="0">
                <a:latin typeface="Aptos" panose="020B0004020202020204" pitchFamily="34" charset="0"/>
                <a:ea typeface="Aptos" panose="020B0004020202020204" pitchFamily="34" charset="0"/>
                <a:cs typeface="Times New Roman" panose="02020603050405020304" pitchFamily="18" charset="0"/>
              </a:rPr>
              <a:t>Análisis Univariante</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El valor total del café no se distribuye de forma homogénea entre los países productores.</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r>
              <a:rPr lang="es-ES"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 verifica comparando valores agregados por país.</a:t>
            </a:r>
          </a:p>
          <a:p>
            <a:pPr>
              <a:lnSpc>
                <a:spcPct val="115000"/>
              </a:lnSpc>
              <a:spcAft>
                <a:spcPts val="800"/>
              </a:spcAft>
              <a:buNone/>
            </a:pPr>
            <a:r>
              <a:rPr lang="es-ES" kern="100" dirty="0">
                <a:latin typeface="Aptos" panose="020B0004020202020204" pitchFamily="34" charset="0"/>
                <a:ea typeface="Aptos" panose="020B0004020202020204" pitchFamily="34" charset="0"/>
                <a:cs typeface="Times New Roman" panose="02020603050405020304" pitchFamily="18" charset="0"/>
              </a:rPr>
              <a:t>H2</a:t>
            </a: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s-ES" dirty="0"/>
              <a:t>✔️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Análisis Bivariante</a:t>
            </a:r>
          </a:p>
          <a:p>
            <a:pPr>
              <a:buNone/>
            </a:pPr>
            <a:r>
              <a:rPr lang="es-ES" dirty="0"/>
              <a:t>Existe una relación positiva entre el volumen de producción de un país y su volumen de exportación de café.</a:t>
            </a:r>
            <a:r>
              <a:rPr lang="es-ES" i="1" dirty="0"/>
              <a:t>.</a:t>
            </a:r>
          </a:p>
          <a:p>
            <a:pPr>
              <a:buNone/>
            </a:pPr>
            <a:r>
              <a:rPr lang="es-ES" kern="100" dirty="0">
                <a:latin typeface="Segoe UI Emoji" panose="020B0502040204020203" pitchFamily="34" charset="0"/>
                <a:ea typeface="Aptos" panose="020B0004020202020204" pitchFamily="34" charset="0"/>
                <a:cs typeface="Segoe UI Emoji" panose="020B0502040204020203" pitchFamily="34" charset="0"/>
              </a:rPr>
              <a:t>➡️</a:t>
            </a:r>
            <a:r>
              <a:rPr lang="es-ES" dirty="0"/>
              <a:t> Producción vs exportaciones</a:t>
            </a:r>
            <a:br>
              <a:rPr lang="es-ES" dirty="0"/>
            </a:br>
            <a:r>
              <a:rPr lang="es-ES" kern="100" dirty="0">
                <a:latin typeface="Segoe UI Emoji" panose="020B0502040204020203" pitchFamily="34" charset="0"/>
                <a:ea typeface="Aptos" panose="020B0004020202020204" pitchFamily="34" charset="0"/>
                <a:cs typeface="Segoe UI Emoji" panose="020B0502040204020203" pitchFamily="34" charset="0"/>
              </a:rPr>
              <a:t>➡️</a:t>
            </a:r>
            <a:r>
              <a:rPr lang="es-ES" dirty="0"/>
              <a:t> Ideal para análisis bivariante (</a:t>
            </a:r>
            <a:r>
              <a:rPr lang="es-ES" dirty="0" err="1"/>
              <a:t>scatter</a:t>
            </a:r>
            <a:r>
              <a:rPr lang="es-ES" dirty="0"/>
              <a:t> + correlación)</a:t>
            </a:r>
          </a:p>
          <a:p>
            <a:pPr>
              <a:buNone/>
            </a:pPr>
            <a:endParaRPr lang="es-ES" i="1" dirty="0"/>
          </a:p>
          <a:p>
            <a:pPr>
              <a:buNone/>
            </a:pPr>
            <a:r>
              <a:rPr lang="es-ES" i="1" dirty="0"/>
              <a:t>H3</a:t>
            </a:r>
          </a:p>
          <a:p>
            <a:pPr>
              <a:lnSpc>
                <a:spcPct val="115000"/>
              </a:lnSpc>
              <a:spcAft>
                <a:spcPts val="800"/>
              </a:spcAft>
              <a:buNone/>
            </a:pPr>
            <a:r>
              <a:rPr lang="es-ES" dirty="0"/>
              <a:t>✔️ </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Análisis Multivariante</a:t>
            </a:r>
          </a:p>
          <a:p>
            <a:pPr>
              <a:buNone/>
            </a:pPr>
            <a:r>
              <a:rPr lang="es-ES" i="1" dirty="0"/>
              <a:t>Los países con mayor producción de café no son necesariamente los mayores consumidores internos.</a:t>
            </a:r>
          </a:p>
          <a:p>
            <a:pPr>
              <a:buNone/>
            </a:pPr>
            <a:r>
              <a:rPr lang="es-ES" kern="100" dirty="0">
                <a:latin typeface="Segoe UI Emoji" panose="020B0502040204020203" pitchFamily="34" charset="0"/>
                <a:ea typeface="Aptos" panose="020B0004020202020204" pitchFamily="34" charset="0"/>
                <a:cs typeface="Segoe UI Emoji" panose="020B0502040204020203" pitchFamily="34" charset="0"/>
              </a:rPr>
              <a:t>➡️</a:t>
            </a:r>
            <a:r>
              <a:rPr lang="es-ES" dirty="0"/>
              <a:t> Medible: producción vs consumo</a:t>
            </a:r>
            <a:br>
              <a:rPr lang="es-ES" dirty="0"/>
            </a:br>
            <a:r>
              <a:rPr lang="es-ES" kern="100" dirty="0">
                <a:latin typeface="Segoe UI Emoji" panose="020B0502040204020203" pitchFamily="34" charset="0"/>
                <a:ea typeface="Aptos" panose="020B0004020202020204" pitchFamily="34" charset="0"/>
                <a:cs typeface="Segoe UI Emoji" panose="020B0502040204020203" pitchFamily="34" charset="0"/>
              </a:rPr>
              <a:t>➡️</a:t>
            </a:r>
            <a:r>
              <a:rPr lang="es-ES" dirty="0"/>
              <a:t> </a:t>
            </a:r>
            <a:r>
              <a:rPr lang="es-ES" dirty="0" err="1"/>
              <a:t>Dataset</a:t>
            </a:r>
            <a:r>
              <a:rPr lang="es-ES" dirty="0"/>
              <a:t>: </a:t>
            </a:r>
            <a:r>
              <a:rPr lang="es-ES" dirty="0" err="1"/>
              <a:t>production</a:t>
            </a:r>
            <a:r>
              <a:rPr lang="es-ES" dirty="0"/>
              <a:t> + </a:t>
            </a:r>
            <a:r>
              <a:rPr lang="es-ES" dirty="0" err="1"/>
              <a:t>domestic_consumption</a:t>
            </a:r>
            <a:endParaRPr lang="es-ES" dirty="0"/>
          </a:p>
          <a:p>
            <a:pPr>
              <a:lnSpc>
                <a:spcPct val="115000"/>
              </a:lnSpc>
              <a:spcAft>
                <a:spcPts val="800"/>
              </a:spcAft>
              <a:buNone/>
            </a:pPr>
            <a:endParaRPr lang="es-E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45719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F7818B07-0ECA-F29D-CF73-3243763692E4}"/>
              </a:ext>
            </a:extLst>
          </p:cNvPr>
          <p:cNvSpPr txBox="1"/>
          <p:nvPr/>
        </p:nvSpPr>
        <p:spPr>
          <a:xfrm>
            <a:off x="865239" y="4626530"/>
            <a:ext cx="10461522" cy="1477328"/>
          </a:xfrm>
          <a:prstGeom prst="rect">
            <a:avLst/>
          </a:prstGeom>
          <a:noFill/>
        </p:spPr>
        <p:txBody>
          <a:bodyPr wrap="square">
            <a:spAutoFit/>
          </a:bodyPr>
          <a:lstStyle/>
          <a:p>
            <a:r>
              <a:rPr lang="es-ES" b="1" dirty="0"/>
              <a:t>🔹 Hipótesis 3</a:t>
            </a:r>
          </a:p>
          <a:p>
            <a:r>
              <a:rPr lang="es-ES" i="1" dirty="0"/>
              <a:t>Los países importadores con alto consumo tienden a mantener mayores inventarios de café verde.</a:t>
            </a:r>
            <a:endParaRPr lang="es-ES" dirty="0"/>
          </a:p>
          <a:p>
            <a:r>
              <a:rPr lang="es-ES" dirty="0"/>
              <a:t>✔️ </a:t>
            </a:r>
            <a:r>
              <a:rPr lang="es-ES" dirty="0" err="1"/>
              <a:t>Importers_consumption</a:t>
            </a:r>
            <a:r>
              <a:rPr lang="es-ES" dirty="0"/>
              <a:t> + </a:t>
            </a:r>
            <a:r>
              <a:rPr lang="es-ES" dirty="0" err="1"/>
              <a:t>inventories</a:t>
            </a:r>
            <a:br>
              <a:rPr lang="es-ES" dirty="0"/>
            </a:br>
            <a:r>
              <a:rPr lang="es-ES" dirty="0"/>
              <a:t>✔️ Muy buena para </a:t>
            </a:r>
            <a:r>
              <a:rPr lang="es-ES" dirty="0" err="1"/>
              <a:t>insight</a:t>
            </a:r>
            <a:r>
              <a:rPr lang="es-ES" dirty="0"/>
              <a:t> de negocio</a:t>
            </a:r>
          </a:p>
          <a:p>
            <a:pPr>
              <a:buNone/>
            </a:pPr>
            <a:endParaRPr lang="es-ES" dirty="0"/>
          </a:p>
        </p:txBody>
      </p:sp>
      <p:sp>
        <p:nvSpPr>
          <p:cNvPr id="4" name="CuadroTexto 3">
            <a:extLst>
              <a:ext uri="{FF2B5EF4-FFF2-40B4-BE49-F238E27FC236}">
                <a16:creationId xmlns:a16="http://schemas.microsoft.com/office/drawing/2014/main" id="{BFF13B2F-B4BD-F6D8-42A7-A62927ABC01D}"/>
              </a:ext>
            </a:extLst>
          </p:cNvPr>
          <p:cNvSpPr txBox="1"/>
          <p:nvPr/>
        </p:nvSpPr>
        <p:spPr>
          <a:xfrm>
            <a:off x="1002890" y="1835285"/>
            <a:ext cx="9733936" cy="2716834"/>
          </a:xfrm>
          <a:prstGeom prst="rect">
            <a:avLst/>
          </a:prstGeom>
          <a:noFill/>
        </p:spPr>
        <p:txBody>
          <a:bodyPr wrap="square">
            <a:spAutoFit/>
          </a:bodyPr>
          <a:lstStyle/>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H2</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Los países productores de Ar</a:t>
            </a:r>
            <a:r>
              <a:rPr lang="es-ES" kern="100" dirty="0">
                <a:latin typeface="Aptos" panose="020B0004020202020204" pitchFamily="34" charset="0"/>
                <a:ea typeface="Aptos" panose="020B0004020202020204" pitchFamily="34" charset="0"/>
                <a:cs typeface="Times New Roman" panose="02020603050405020304" pitchFamily="18" charset="0"/>
              </a:rPr>
              <a:t>á</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bica concentran un mayor valor total que los productores de Robusta.”</a:t>
            </a:r>
            <a:r>
              <a:rPr lang="es-ES"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 verifica comparando el valor total por tipo de café</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H3</a:t>
            </a:r>
          </a:p>
          <a:p>
            <a:pPr>
              <a:lnSpc>
                <a:spcPct val="115000"/>
              </a:lnSpc>
              <a:spcAft>
                <a:spcPts val="800"/>
              </a:spcAft>
              <a:buNone/>
            </a:pPr>
            <a:r>
              <a:rPr lang="es-ES" sz="1800" kern="100" dirty="0">
                <a:effectLst/>
                <a:latin typeface="Aptos" panose="020B0004020202020204" pitchFamily="34" charset="0"/>
                <a:ea typeface="Aptos" panose="020B0004020202020204" pitchFamily="34" charset="0"/>
                <a:cs typeface="Times New Roman" panose="02020603050405020304" pitchFamily="18" charset="0"/>
              </a:rPr>
              <a:t>“Existe una alta concentración del valor del mercado del café en un número reducido de países.”</a:t>
            </a:r>
            <a:br>
              <a:rPr lang="es-ES" sz="1800" kern="100" dirty="0">
                <a:effectLst/>
                <a:latin typeface="Aptos" panose="020B0004020202020204" pitchFamily="34" charset="0"/>
                <a:ea typeface="Aptos" panose="020B0004020202020204" pitchFamily="34" charset="0"/>
                <a:cs typeface="Times New Roman" panose="02020603050405020304" pitchFamily="18" charset="0"/>
              </a:rPr>
            </a:br>
            <a:r>
              <a:rPr lang="es-ES"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s-ES" sz="1800" kern="100" dirty="0">
                <a:effectLst/>
                <a:latin typeface="Aptos" panose="020B0004020202020204" pitchFamily="34" charset="0"/>
                <a:ea typeface="Aptos" panose="020B0004020202020204" pitchFamily="34" charset="0"/>
                <a:cs typeface="Times New Roman" panose="02020603050405020304" pitchFamily="18" charset="0"/>
              </a:rPr>
              <a:t> Se analiza con rankings, porcentajes acumulados y visualizaciones</a:t>
            </a:r>
          </a:p>
          <a:p>
            <a:pPr>
              <a:lnSpc>
                <a:spcPct val="115000"/>
              </a:lnSpc>
              <a:spcAft>
                <a:spcPts val="800"/>
              </a:spcAft>
              <a:buNone/>
            </a:pPr>
            <a:endParaRPr lang="es-ES" dirty="0"/>
          </a:p>
        </p:txBody>
      </p:sp>
    </p:spTree>
    <p:extLst>
      <p:ext uri="{BB962C8B-B14F-4D97-AF65-F5344CB8AC3E}">
        <p14:creationId xmlns:p14="http://schemas.microsoft.com/office/powerpoint/2010/main" val="2533562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Gráfico 4" descr="Globo terráqueo: América con relleno sólido">
            <a:extLst>
              <a:ext uri="{FF2B5EF4-FFF2-40B4-BE49-F238E27FC236}">
                <a16:creationId xmlns:a16="http://schemas.microsoft.com/office/drawing/2014/main" id="{2F90761E-7681-F7C5-126D-28223B2E06D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05030" y="1065276"/>
            <a:ext cx="4727448" cy="4727448"/>
          </a:xfrm>
          <a:prstGeom prst="rect">
            <a:avLst/>
          </a:prstGeom>
        </p:spPr>
      </p:pic>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ítulo 1">
            <a:extLst>
              <a:ext uri="{FF2B5EF4-FFF2-40B4-BE49-F238E27FC236}">
                <a16:creationId xmlns:a16="http://schemas.microsoft.com/office/drawing/2014/main" id="{8A4CBE9E-942F-33BC-518A-85A1C6725A29}"/>
              </a:ext>
            </a:extLst>
          </p:cNvPr>
          <p:cNvSpPr>
            <a:spLocks noGrp="1"/>
          </p:cNvSpPr>
          <p:nvPr>
            <p:ph type="title"/>
          </p:nvPr>
        </p:nvSpPr>
        <p:spPr>
          <a:xfrm>
            <a:off x="786384" y="841249"/>
            <a:ext cx="5692953" cy="2587131"/>
          </a:xfrm>
        </p:spPr>
        <p:txBody>
          <a:bodyPr anchor="b">
            <a:normAutofit/>
          </a:bodyPr>
          <a:lstStyle/>
          <a:p>
            <a:pPr>
              <a:defRPr sz="1800"/>
            </a:pPr>
            <a:r>
              <a:rPr lang="es-ES" sz="4800">
                <a:solidFill>
                  <a:schemeClr val="bg1"/>
                </a:solidFill>
              </a:rPr>
              <a:t>Datos reales del mercado global del café</a:t>
            </a:r>
          </a:p>
        </p:txBody>
      </p:sp>
      <p:sp>
        <p:nvSpPr>
          <p:cNvPr id="3" name="Marcador de contenido 2">
            <a:extLst>
              <a:ext uri="{FF2B5EF4-FFF2-40B4-BE49-F238E27FC236}">
                <a16:creationId xmlns:a16="http://schemas.microsoft.com/office/drawing/2014/main" id="{50CA07F3-6623-0786-B87C-D1F54F6B74D4}"/>
              </a:ext>
            </a:extLst>
          </p:cNvPr>
          <p:cNvSpPr>
            <a:spLocks noGrp="1"/>
          </p:cNvSpPr>
          <p:nvPr>
            <p:ph idx="1"/>
          </p:nvPr>
        </p:nvSpPr>
        <p:spPr>
          <a:xfrm>
            <a:off x="786384" y="3578941"/>
            <a:ext cx="5692952" cy="2713703"/>
          </a:xfrm>
        </p:spPr>
        <p:txBody>
          <a:bodyPr anchor="ctr">
            <a:normAutofit/>
          </a:bodyPr>
          <a:lstStyle/>
          <a:p>
            <a:pPr lvl="1">
              <a:defRPr sz="1600"/>
            </a:pPr>
            <a:r>
              <a:rPr lang="es-ES" sz="1600" dirty="0">
                <a:solidFill>
                  <a:schemeClr val="tx2"/>
                </a:solidFill>
              </a:rPr>
              <a:t>Información anual por país</a:t>
            </a:r>
          </a:p>
          <a:p>
            <a:pPr lvl="1">
              <a:defRPr sz="1600"/>
            </a:pPr>
            <a:r>
              <a:rPr lang="es-ES" sz="1600" dirty="0">
                <a:solidFill>
                  <a:schemeClr val="tx2"/>
                </a:solidFill>
              </a:rPr>
              <a:t>Datos históricos (series temporales)</a:t>
            </a:r>
          </a:p>
          <a:p>
            <a:pPr lvl="1">
              <a:defRPr sz="1600"/>
            </a:pPr>
            <a:r>
              <a:rPr lang="es-ES" sz="1600" dirty="0">
                <a:solidFill>
                  <a:schemeClr val="tx2"/>
                </a:solidFill>
              </a:rPr>
              <a:t>Magnitudes expresadas en miles de sacos</a:t>
            </a:r>
          </a:p>
          <a:p>
            <a:pPr lvl="1">
              <a:defRPr sz="1600"/>
            </a:pPr>
            <a:r>
              <a:rPr lang="es-ES" sz="1600" dirty="0">
                <a:solidFill>
                  <a:schemeClr val="tx2"/>
                </a:solidFill>
              </a:rPr>
              <a:t>Cobertura global: producción, consumo y comercio </a:t>
            </a:r>
          </a:p>
          <a:p>
            <a:pPr marL="457200" lvl="1" indent="0">
              <a:buNone/>
              <a:defRPr sz="1600"/>
            </a:pPr>
            <a:r>
              <a:rPr lang="es-ES" sz="1600" dirty="0"/>
              <a:t>Gracias a esta combinación de datos, podemos analizar relaciones entre producción, consumo y comercio internacional del café.</a:t>
            </a:r>
            <a:endParaRPr lang="es-ES" sz="1600" dirty="0">
              <a:solidFill>
                <a:schemeClr val="tx2"/>
              </a:solidFill>
            </a:endParaRPr>
          </a:p>
        </p:txBody>
      </p:sp>
      <p:sp>
        <p:nvSpPr>
          <p:cNvPr id="6" name="CuadroTexto 5">
            <a:extLst>
              <a:ext uri="{FF2B5EF4-FFF2-40B4-BE49-F238E27FC236}">
                <a16:creationId xmlns:a16="http://schemas.microsoft.com/office/drawing/2014/main" id="{7446C8AB-BB4E-70E6-D1D5-A25AE8BF2A73}"/>
              </a:ext>
            </a:extLst>
          </p:cNvPr>
          <p:cNvSpPr txBox="1"/>
          <p:nvPr/>
        </p:nvSpPr>
        <p:spPr>
          <a:xfrm>
            <a:off x="7568279" y="6015669"/>
            <a:ext cx="6096000" cy="276999"/>
          </a:xfrm>
          <a:prstGeom prst="rect">
            <a:avLst/>
          </a:prstGeom>
          <a:noFill/>
        </p:spPr>
        <p:txBody>
          <a:bodyPr wrap="square">
            <a:spAutoFit/>
          </a:bodyPr>
          <a:lstStyle/>
          <a:p>
            <a:pPr lvl="1">
              <a:defRPr sz="1600"/>
            </a:pPr>
            <a:r>
              <a:rPr lang="es-ES" sz="1200" b="1" dirty="0"/>
              <a:t>Fuente:</a:t>
            </a:r>
            <a:r>
              <a:rPr lang="es-ES" sz="1200" dirty="0"/>
              <a:t> International </a:t>
            </a:r>
            <a:r>
              <a:rPr lang="es-ES" sz="1200" dirty="0" err="1"/>
              <a:t>Coffee</a:t>
            </a:r>
            <a:r>
              <a:rPr lang="es-ES" sz="1200" dirty="0"/>
              <a:t> </a:t>
            </a:r>
            <a:r>
              <a:rPr lang="es-ES" sz="1200" dirty="0" err="1"/>
              <a:t>Organization</a:t>
            </a:r>
            <a:r>
              <a:rPr lang="es-ES" sz="1200" dirty="0"/>
              <a:t> (ICO) – </a:t>
            </a:r>
            <a:r>
              <a:rPr lang="es-ES" sz="1200" dirty="0" err="1"/>
              <a:t>Kaggle</a:t>
            </a:r>
            <a:endParaRPr lang="es-ES" sz="1200" dirty="0"/>
          </a:p>
        </p:txBody>
      </p:sp>
    </p:spTree>
    <p:extLst>
      <p:ext uri="{BB962C8B-B14F-4D97-AF65-F5344CB8AC3E}">
        <p14:creationId xmlns:p14="http://schemas.microsoft.com/office/powerpoint/2010/main" val="2628669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F5733E-8C29-A9F2-65EB-18C5C261216E}"/>
              </a:ext>
            </a:extLst>
          </p:cNvPr>
          <p:cNvSpPr>
            <a:spLocks noGrp="1"/>
          </p:cNvSpPr>
          <p:nvPr>
            <p:ph type="title"/>
          </p:nvPr>
        </p:nvSpPr>
        <p:spPr/>
        <p:txBody>
          <a:bodyPr/>
          <a:lstStyle/>
          <a:p>
            <a:r>
              <a:rPr lang="es-ES"/>
              <a:t>Limpieza y procesado de los datos</a:t>
            </a:r>
            <a:endParaRPr lang="es-ES" dirty="0"/>
          </a:p>
        </p:txBody>
      </p:sp>
      <p:graphicFrame>
        <p:nvGraphicFramePr>
          <p:cNvPr id="5" name="Marcador de contenido 2">
            <a:extLst>
              <a:ext uri="{FF2B5EF4-FFF2-40B4-BE49-F238E27FC236}">
                <a16:creationId xmlns:a16="http://schemas.microsoft.com/office/drawing/2014/main" id="{24EF46DD-0749-5398-C0D8-7AF7EE0C8CB9}"/>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390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7DC1579D-5286-7354-0515-083378494201}"/>
              </a:ext>
            </a:extLst>
          </p:cNvPr>
          <p:cNvSpPr>
            <a:spLocks noGrp="1"/>
          </p:cNvSpPr>
          <p:nvPr>
            <p:ph type="title"/>
          </p:nvPr>
        </p:nvSpPr>
        <p:spPr>
          <a:xfrm>
            <a:off x="838200" y="609600"/>
            <a:ext cx="3739341" cy="1330839"/>
          </a:xfrm>
        </p:spPr>
        <p:txBody>
          <a:bodyPr>
            <a:normAutofit/>
          </a:bodyPr>
          <a:lstStyle/>
          <a:p>
            <a:r>
              <a:rPr lang="es-ES" b="1" dirty="0"/>
              <a:t>TOP 10 PRODUCCIÓN</a:t>
            </a:r>
          </a:p>
        </p:txBody>
      </p:sp>
      <p:sp>
        <p:nvSpPr>
          <p:cNvPr id="3" name="Marcador de contenido 2">
            <a:extLst>
              <a:ext uri="{FF2B5EF4-FFF2-40B4-BE49-F238E27FC236}">
                <a16:creationId xmlns:a16="http://schemas.microsoft.com/office/drawing/2014/main" id="{6B99A900-EA6E-4D3E-ADEE-880B88F3A7C3}"/>
              </a:ext>
            </a:extLst>
          </p:cNvPr>
          <p:cNvSpPr>
            <a:spLocks noGrp="1"/>
          </p:cNvSpPr>
          <p:nvPr>
            <p:ph idx="1"/>
          </p:nvPr>
        </p:nvSpPr>
        <p:spPr>
          <a:xfrm>
            <a:off x="862366" y="2194102"/>
            <a:ext cx="3427001" cy="3908586"/>
          </a:xfrm>
        </p:spPr>
        <p:txBody>
          <a:bodyPr>
            <a:normAutofit/>
          </a:bodyPr>
          <a:lstStyle/>
          <a:p>
            <a:r>
              <a:rPr lang="es-ES" sz="2000" dirty="0"/>
              <a:t>El gráfico muestra la producción total acumulada por país a lo largo del periodo analizado. Se observa que un número reducido de países concentra los mayores volúmenes de producción, lo que sugiere una distribución desigual del valor asociado al café.</a:t>
            </a:r>
          </a:p>
          <a:p>
            <a:endParaRPr lang="es-ES" sz="2000" dirty="0"/>
          </a:p>
        </p:txBody>
      </p:sp>
      <p:pic>
        <p:nvPicPr>
          <p:cNvPr id="5" name="Imagen 4" descr="Gráfico, Gráfico de barras&#10;&#10;El contenido generado por IA puede ser incorrecto.">
            <a:extLst>
              <a:ext uri="{FF2B5EF4-FFF2-40B4-BE49-F238E27FC236}">
                <a16:creationId xmlns:a16="http://schemas.microsoft.com/office/drawing/2014/main" id="{C79EB642-E09C-1C74-BCCE-097C9963D362}"/>
              </a:ext>
            </a:extLst>
          </p:cNvPr>
          <p:cNvPicPr>
            <a:picLocks noChangeAspect="1"/>
          </p:cNvPicPr>
          <p:nvPr/>
        </p:nvPicPr>
        <p:blipFill>
          <a:blip r:embed="rId2"/>
          <a:stretch>
            <a:fillRect/>
          </a:stretch>
        </p:blipFill>
        <p:spPr>
          <a:xfrm>
            <a:off x="5445457" y="1602022"/>
            <a:ext cx="6155141" cy="3677696"/>
          </a:xfrm>
          <a:prstGeom prst="rect">
            <a:avLst/>
          </a:prstGeom>
        </p:spPr>
      </p:pic>
    </p:spTree>
    <p:extLst>
      <p:ext uri="{BB962C8B-B14F-4D97-AF65-F5344CB8AC3E}">
        <p14:creationId xmlns:p14="http://schemas.microsoft.com/office/powerpoint/2010/main" val="1455906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E0809B9C-BF0F-A06C-83C1-24F6CCC7BBC8}"/>
              </a:ext>
            </a:extLst>
          </p:cNvPr>
          <p:cNvSpPr>
            <a:spLocks noGrp="1"/>
          </p:cNvSpPr>
          <p:nvPr>
            <p:ph type="title"/>
          </p:nvPr>
        </p:nvSpPr>
        <p:spPr>
          <a:xfrm>
            <a:off x="838200" y="609600"/>
            <a:ext cx="4015855" cy="1330839"/>
          </a:xfrm>
        </p:spPr>
        <p:txBody>
          <a:bodyPr>
            <a:noAutofit/>
          </a:bodyPr>
          <a:lstStyle/>
          <a:p>
            <a:r>
              <a:rPr lang="es-ES" sz="3600" b="1" dirty="0"/>
              <a:t>CONCENTRACIÓN ACUMULADA</a:t>
            </a:r>
          </a:p>
        </p:txBody>
      </p:sp>
      <p:sp>
        <p:nvSpPr>
          <p:cNvPr id="3" name="Marcador de contenido 2">
            <a:extLst>
              <a:ext uri="{FF2B5EF4-FFF2-40B4-BE49-F238E27FC236}">
                <a16:creationId xmlns:a16="http://schemas.microsoft.com/office/drawing/2014/main" id="{BF8CA22C-B68F-93F4-66D9-E6DBBF601F4B}"/>
              </a:ext>
            </a:extLst>
          </p:cNvPr>
          <p:cNvSpPr>
            <a:spLocks noGrp="1"/>
          </p:cNvSpPr>
          <p:nvPr>
            <p:ph idx="1"/>
          </p:nvPr>
        </p:nvSpPr>
        <p:spPr>
          <a:xfrm>
            <a:off x="862366" y="2194102"/>
            <a:ext cx="3427001" cy="3908586"/>
          </a:xfrm>
        </p:spPr>
        <p:txBody>
          <a:bodyPr>
            <a:normAutofit/>
          </a:bodyPr>
          <a:lstStyle/>
          <a:p>
            <a:r>
              <a:rPr lang="es-ES" sz="1900" dirty="0"/>
              <a:t>La curva de concentración evidencia que aproximadamente diez países concentran más del 80% de la producción total mundial de café. Esta elevada concentración confirma que la producción no se distribuye de forma homogénea entre los países productores.</a:t>
            </a:r>
          </a:p>
        </p:txBody>
      </p:sp>
      <p:pic>
        <p:nvPicPr>
          <p:cNvPr id="5" name="Imagen 4" descr="Gráfico&#10;&#10;El contenido generado por IA puede ser incorrecto.">
            <a:extLst>
              <a:ext uri="{FF2B5EF4-FFF2-40B4-BE49-F238E27FC236}">
                <a16:creationId xmlns:a16="http://schemas.microsoft.com/office/drawing/2014/main" id="{7CCD1F8C-745B-D415-7DE0-21E18A1CDEA0}"/>
              </a:ext>
            </a:extLst>
          </p:cNvPr>
          <p:cNvPicPr>
            <a:picLocks noChangeAspect="1"/>
          </p:cNvPicPr>
          <p:nvPr/>
        </p:nvPicPr>
        <p:blipFill>
          <a:blip r:embed="rId2"/>
          <a:stretch>
            <a:fillRect/>
          </a:stretch>
        </p:blipFill>
        <p:spPr>
          <a:xfrm>
            <a:off x="5445457" y="1363510"/>
            <a:ext cx="6155141" cy="4154720"/>
          </a:xfrm>
          <a:prstGeom prst="rect">
            <a:avLst/>
          </a:prstGeom>
        </p:spPr>
      </p:pic>
    </p:spTree>
    <p:extLst>
      <p:ext uri="{BB962C8B-B14F-4D97-AF65-F5344CB8AC3E}">
        <p14:creationId xmlns:p14="http://schemas.microsoft.com/office/powerpoint/2010/main" val="346313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C4D657E8-DEE8-D02D-C88D-3D0CB87F0CE5}"/>
              </a:ext>
            </a:extLst>
          </p:cNvPr>
          <p:cNvSpPr>
            <a:spLocks noGrp="1"/>
          </p:cNvSpPr>
          <p:nvPr>
            <p:ph type="title"/>
          </p:nvPr>
        </p:nvSpPr>
        <p:spPr>
          <a:xfrm>
            <a:off x="838200" y="609600"/>
            <a:ext cx="3739341" cy="1330839"/>
          </a:xfrm>
        </p:spPr>
        <p:txBody>
          <a:bodyPr>
            <a:noAutofit/>
          </a:bodyPr>
          <a:lstStyle/>
          <a:p>
            <a:r>
              <a:rPr lang="es-ES" sz="3600" b="1" dirty="0"/>
              <a:t>TOP 10 CONSUMIDORES DE CAFE</a:t>
            </a:r>
          </a:p>
        </p:txBody>
      </p:sp>
      <p:sp>
        <p:nvSpPr>
          <p:cNvPr id="3" name="Marcador de contenido 2">
            <a:extLst>
              <a:ext uri="{FF2B5EF4-FFF2-40B4-BE49-F238E27FC236}">
                <a16:creationId xmlns:a16="http://schemas.microsoft.com/office/drawing/2014/main" id="{408F3F6B-AD90-FDCB-E341-5A1526A74AEE}"/>
              </a:ext>
            </a:extLst>
          </p:cNvPr>
          <p:cNvSpPr>
            <a:spLocks noGrp="1"/>
          </p:cNvSpPr>
          <p:nvPr>
            <p:ph idx="1"/>
          </p:nvPr>
        </p:nvSpPr>
        <p:spPr>
          <a:xfrm>
            <a:off x="791432" y="2125277"/>
            <a:ext cx="3427001" cy="3908586"/>
          </a:xfrm>
        </p:spPr>
        <p:txBody>
          <a:bodyPr>
            <a:normAutofit/>
          </a:bodyPr>
          <a:lstStyle/>
          <a:p>
            <a:r>
              <a:rPr lang="es-ES" sz="2000" dirty="0"/>
              <a:t>El gráfico muestra el consumo doméstico total por país, revelando que la demanda de café también se encuentra concentrada en un número reducido de países, lo que refuerza la desigualdad observada en el mercado global del café.</a:t>
            </a:r>
          </a:p>
        </p:txBody>
      </p:sp>
      <p:pic>
        <p:nvPicPr>
          <p:cNvPr id="5" name="Imagen 4" descr="Gráfico, Gráfico de barras, Histograma&#10;&#10;El contenido generado por IA puede ser incorrecto.">
            <a:extLst>
              <a:ext uri="{FF2B5EF4-FFF2-40B4-BE49-F238E27FC236}">
                <a16:creationId xmlns:a16="http://schemas.microsoft.com/office/drawing/2014/main" id="{A6A9C449-57FB-9240-5F5B-132C89939FBF}"/>
              </a:ext>
            </a:extLst>
          </p:cNvPr>
          <p:cNvPicPr>
            <a:picLocks noChangeAspect="1"/>
          </p:cNvPicPr>
          <p:nvPr/>
        </p:nvPicPr>
        <p:blipFill>
          <a:blip r:embed="rId2"/>
          <a:stretch>
            <a:fillRect/>
          </a:stretch>
        </p:blipFill>
        <p:spPr>
          <a:xfrm>
            <a:off x="5445457" y="1563553"/>
            <a:ext cx="6155141" cy="3754635"/>
          </a:xfrm>
          <a:prstGeom prst="rect">
            <a:avLst/>
          </a:prstGeom>
        </p:spPr>
      </p:pic>
    </p:spTree>
    <p:extLst>
      <p:ext uri="{BB962C8B-B14F-4D97-AF65-F5344CB8AC3E}">
        <p14:creationId xmlns:p14="http://schemas.microsoft.com/office/powerpoint/2010/main" val="1079836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3B60F29-94D6-16D0-2164-6614FC9D2B3F}"/>
              </a:ext>
            </a:extLst>
          </p:cNvPr>
          <p:cNvSpPr>
            <a:spLocks noGrp="1"/>
          </p:cNvSpPr>
          <p:nvPr>
            <p:ph type="title"/>
          </p:nvPr>
        </p:nvSpPr>
        <p:spPr>
          <a:xfrm>
            <a:off x="838200" y="609600"/>
            <a:ext cx="3739341" cy="1330839"/>
          </a:xfrm>
        </p:spPr>
        <p:txBody>
          <a:bodyPr>
            <a:normAutofit fontScale="90000"/>
          </a:bodyPr>
          <a:lstStyle/>
          <a:p>
            <a:r>
              <a:rPr lang="es-ES" sz="4000" b="1" dirty="0"/>
              <a:t>Producción vs Exportación</a:t>
            </a:r>
            <a:br>
              <a:rPr lang="es-ES" sz="2800" dirty="0"/>
            </a:br>
            <a:endParaRPr lang="es-ES" sz="2800" dirty="0"/>
          </a:p>
        </p:txBody>
      </p:sp>
      <p:sp>
        <p:nvSpPr>
          <p:cNvPr id="3" name="Marcador de contenido 2">
            <a:extLst>
              <a:ext uri="{FF2B5EF4-FFF2-40B4-BE49-F238E27FC236}">
                <a16:creationId xmlns:a16="http://schemas.microsoft.com/office/drawing/2014/main" id="{B00009BA-051F-3D3B-6B77-E4905494D0F1}"/>
              </a:ext>
            </a:extLst>
          </p:cNvPr>
          <p:cNvSpPr>
            <a:spLocks noGrp="1"/>
          </p:cNvSpPr>
          <p:nvPr>
            <p:ph idx="1"/>
          </p:nvPr>
        </p:nvSpPr>
        <p:spPr>
          <a:xfrm>
            <a:off x="862366" y="2194102"/>
            <a:ext cx="3427001" cy="3908586"/>
          </a:xfrm>
        </p:spPr>
        <p:txBody>
          <a:bodyPr>
            <a:normAutofit fontScale="92500" lnSpcReduction="10000"/>
          </a:bodyPr>
          <a:lstStyle/>
          <a:p>
            <a:r>
              <a:rPr lang="es-ES" sz="2000" dirty="0"/>
              <a:t>los países con mayor producción tienden a exportar mayores volúmenes, aunque existen diferencias significativas entre países.</a:t>
            </a:r>
          </a:p>
          <a:p>
            <a:r>
              <a:rPr lang="es-ES" sz="2100" dirty="0"/>
              <a:t>Sin embargo, la presencia de </a:t>
            </a:r>
            <a:r>
              <a:rPr lang="es-ES" sz="2100" dirty="0" err="1"/>
              <a:t>outliers</a:t>
            </a:r>
            <a:r>
              <a:rPr lang="es-ES" sz="2100" dirty="0"/>
              <a:t> muestra que el mercado está dominado por un reducido número de países con volúmenes excepcionalmente altos, mientras que la mayoría presenta niveles mucho más bajos.</a:t>
            </a:r>
          </a:p>
          <a:p>
            <a:endParaRPr lang="es-ES" sz="2000" dirty="0"/>
          </a:p>
        </p:txBody>
      </p:sp>
      <p:pic>
        <p:nvPicPr>
          <p:cNvPr id="5" name="Imagen 4" descr="Gráfico, Gráfico de dispersión&#10;&#10;El contenido generado por IA puede ser incorrecto.">
            <a:extLst>
              <a:ext uri="{FF2B5EF4-FFF2-40B4-BE49-F238E27FC236}">
                <a16:creationId xmlns:a16="http://schemas.microsoft.com/office/drawing/2014/main" id="{E1D99745-DB61-792E-DAD8-F55A32147A4F}"/>
              </a:ext>
            </a:extLst>
          </p:cNvPr>
          <p:cNvPicPr>
            <a:picLocks noChangeAspect="1"/>
          </p:cNvPicPr>
          <p:nvPr/>
        </p:nvPicPr>
        <p:blipFill>
          <a:blip r:embed="rId2"/>
          <a:stretch>
            <a:fillRect/>
          </a:stretch>
        </p:blipFill>
        <p:spPr>
          <a:xfrm>
            <a:off x="5445457" y="1001896"/>
            <a:ext cx="6155141" cy="4877948"/>
          </a:xfrm>
          <a:prstGeom prst="rect">
            <a:avLst/>
          </a:prstGeom>
        </p:spPr>
      </p:pic>
    </p:spTree>
    <p:extLst>
      <p:ext uri="{BB962C8B-B14F-4D97-AF65-F5344CB8AC3E}">
        <p14:creationId xmlns:p14="http://schemas.microsoft.com/office/powerpoint/2010/main" val="336847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2B99AA29-1C37-BF92-B77A-254DAE3EEACB}"/>
              </a:ext>
            </a:extLst>
          </p:cNvPr>
          <p:cNvSpPr>
            <a:spLocks noGrp="1"/>
          </p:cNvSpPr>
          <p:nvPr>
            <p:ph type="title"/>
          </p:nvPr>
        </p:nvSpPr>
        <p:spPr>
          <a:xfrm>
            <a:off x="1137034" y="609600"/>
            <a:ext cx="4784796" cy="1330840"/>
          </a:xfrm>
        </p:spPr>
        <p:txBody>
          <a:bodyPr>
            <a:noAutofit/>
          </a:bodyPr>
          <a:lstStyle/>
          <a:p>
            <a:r>
              <a:rPr lang="es-ES" sz="3600" b="1" dirty="0"/>
              <a:t>Relación entre Producción, Exportación y Consumo</a:t>
            </a:r>
          </a:p>
        </p:txBody>
      </p:sp>
      <p:sp>
        <p:nvSpPr>
          <p:cNvPr id="3" name="Marcador de contenido 2">
            <a:extLst>
              <a:ext uri="{FF2B5EF4-FFF2-40B4-BE49-F238E27FC236}">
                <a16:creationId xmlns:a16="http://schemas.microsoft.com/office/drawing/2014/main" id="{34956DC4-30C3-0CEE-DD79-DAF0B60C395A}"/>
              </a:ext>
            </a:extLst>
          </p:cNvPr>
          <p:cNvSpPr>
            <a:spLocks noGrp="1"/>
          </p:cNvSpPr>
          <p:nvPr>
            <p:ph idx="1"/>
          </p:nvPr>
        </p:nvSpPr>
        <p:spPr>
          <a:xfrm>
            <a:off x="1137034" y="2194102"/>
            <a:ext cx="4438036" cy="3908585"/>
          </a:xfrm>
        </p:spPr>
        <p:txBody>
          <a:bodyPr>
            <a:normAutofit/>
          </a:bodyPr>
          <a:lstStyle/>
          <a:p>
            <a:r>
              <a:rPr lang="es-ES" sz="2000" dirty="0"/>
              <a:t>El gráfico muestra la relación entre la producción total y las exportaciones de café por país. El tamaño de cada punto representa el nivel de consumo doméstico. Se observa que los países con mayor producción tienden a concentrar también mayores volúmenes de exportación, mientras que su consumo interno es relativamente menor, lo que indica una clara orientación del valor del café hacia el mercado internacional.</a:t>
            </a:r>
          </a:p>
          <a:p>
            <a:endParaRPr lang="es-ES" sz="2000" dirty="0"/>
          </a:p>
        </p:txBody>
      </p:sp>
      <p:pic>
        <p:nvPicPr>
          <p:cNvPr id="5" name="Imagen 4" descr="Gráfico, Gráfico de dispersión&#10;&#10;El contenido generado por IA puede ser incorrecto.">
            <a:extLst>
              <a:ext uri="{FF2B5EF4-FFF2-40B4-BE49-F238E27FC236}">
                <a16:creationId xmlns:a16="http://schemas.microsoft.com/office/drawing/2014/main" id="{C12CB911-F014-D596-C958-E6CA732305B6}"/>
              </a:ext>
            </a:extLst>
          </p:cNvPr>
          <p:cNvPicPr>
            <a:picLocks noChangeAspect="1"/>
          </p:cNvPicPr>
          <p:nvPr/>
        </p:nvPicPr>
        <p:blipFill>
          <a:blip r:embed="rId2"/>
          <a:stretch>
            <a:fillRect/>
          </a:stretch>
        </p:blipFill>
        <p:spPr>
          <a:xfrm>
            <a:off x="6880610" y="1568736"/>
            <a:ext cx="4737650" cy="3742743"/>
          </a:xfrm>
          <a:prstGeom prst="rect">
            <a:avLst/>
          </a:prstGeom>
        </p:spPr>
      </p:pic>
    </p:spTree>
    <p:extLst>
      <p:ext uri="{BB962C8B-B14F-4D97-AF65-F5344CB8AC3E}">
        <p14:creationId xmlns:p14="http://schemas.microsoft.com/office/powerpoint/2010/main" val="249340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 name="Rectangle 7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Imagen 23" descr="Comida en un plato&#10;&#10;El contenido generado por IA puede ser incorrecto.">
            <a:extLst>
              <a:ext uri="{FF2B5EF4-FFF2-40B4-BE49-F238E27FC236}">
                <a16:creationId xmlns:a16="http://schemas.microsoft.com/office/drawing/2014/main" id="{A531E065-D71E-DA8B-AC37-769CCAFB161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9933" r="13224" b="1"/>
          <a:stretch>
            <a:fillRect/>
          </a:stretch>
        </p:blipFill>
        <p:spPr>
          <a:xfrm>
            <a:off x="2522356" y="10"/>
            <a:ext cx="9669642" cy="6857990"/>
          </a:xfrm>
          <a:prstGeom prst="rect">
            <a:avLst/>
          </a:prstGeom>
        </p:spPr>
      </p:pic>
      <p:sp>
        <p:nvSpPr>
          <p:cNvPr id="80" name="Rectangle 7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FB8F791-4791-CAC0-A729-9A2FE26204BA}"/>
              </a:ext>
            </a:extLst>
          </p:cNvPr>
          <p:cNvSpPr>
            <a:spLocks noGrp="1"/>
          </p:cNvSpPr>
          <p:nvPr>
            <p:ph type="title"/>
          </p:nvPr>
        </p:nvSpPr>
        <p:spPr>
          <a:xfrm>
            <a:off x="838200" y="365125"/>
            <a:ext cx="3822189" cy="1899912"/>
          </a:xfrm>
        </p:spPr>
        <p:txBody>
          <a:bodyPr>
            <a:normAutofit/>
          </a:bodyPr>
          <a:lstStyle/>
          <a:p>
            <a:r>
              <a:rPr lang="es-ES" sz="4000"/>
              <a:t>Conclusiones</a:t>
            </a:r>
          </a:p>
        </p:txBody>
      </p:sp>
      <p:sp>
        <p:nvSpPr>
          <p:cNvPr id="3" name="Marcador de contenido 2">
            <a:extLst>
              <a:ext uri="{FF2B5EF4-FFF2-40B4-BE49-F238E27FC236}">
                <a16:creationId xmlns:a16="http://schemas.microsoft.com/office/drawing/2014/main" id="{2FAD853F-20A7-49A8-D1CF-0C7AAD14E671}"/>
              </a:ext>
            </a:extLst>
          </p:cNvPr>
          <p:cNvSpPr>
            <a:spLocks noGrp="1"/>
          </p:cNvSpPr>
          <p:nvPr>
            <p:ph idx="1"/>
          </p:nvPr>
        </p:nvSpPr>
        <p:spPr>
          <a:xfrm>
            <a:off x="838200" y="2434201"/>
            <a:ext cx="3822189" cy="3742762"/>
          </a:xfrm>
        </p:spPr>
        <p:txBody>
          <a:bodyPr>
            <a:normAutofit/>
          </a:bodyPr>
          <a:lstStyle/>
          <a:p>
            <a:r>
              <a:rPr lang="es-ES" sz="1900"/>
              <a:t>El análisis exploratorio confirma que el mercado global del café presenta una elevada concentración del valor económico. La producción, el consumo y el comercio internacional están dominados por un número reducido de países, lo que evidencia una distribución no homogénea del valor del café y una clara orientación exportadora en los principales productores</a:t>
            </a:r>
          </a:p>
        </p:txBody>
      </p:sp>
      <p:sp>
        <p:nvSpPr>
          <p:cNvPr id="29" name="CuadroTexto 28">
            <a:extLst>
              <a:ext uri="{FF2B5EF4-FFF2-40B4-BE49-F238E27FC236}">
                <a16:creationId xmlns:a16="http://schemas.microsoft.com/office/drawing/2014/main" id="{AE554D43-DDCA-8CA6-BB4A-7FC953BF1A61}"/>
              </a:ext>
            </a:extLst>
          </p:cNvPr>
          <p:cNvSpPr txBox="1"/>
          <p:nvPr/>
        </p:nvSpPr>
        <p:spPr>
          <a:xfrm>
            <a:off x="9684581" y="6657945"/>
            <a:ext cx="2507417" cy="200055"/>
          </a:xfrm>
          <a:prstGeom prst="rect">
            <a:avLst/>
          </a:prstGeom>
          <a:solidFill>
            <a:srgbClr val="000000"/>
          </a:solidFill>
        </p:spPr>
        <p:txBody>
          <a:bodyPr wrap="none" rtlCol="0">
            <a:spAutoFit/>
          </a:bodyPr>
          <a:lstStyle/>
          <a:p>
            <a:pPr algn="r">
              <a:spcAft>
                <a:spcPts val="600"/>
              </a:spcAft>
            </a:pPr>
            <a:r>
              <a:rPr lang="es-ES" sz="700">
                <a:solidFill>
                  <a:srgbClr val="FFFFFF"/>
                </a:solidFill>
                <a:hlinkClick r:id="rId3" tooltip="https://freepngimg.com/png/35685-coffee-beans-image">
                  <a:extLst>
                    <a:ext uri="{A12FA001-AC4F-418D-AE19-62706E023703}">
                      <ahyp:hlinkClr xmlns:ahyp="http://schemas.microsoft.com/office/drawing/2018/hyperlinkcolor" val="tx"/>
                    </a:ext>
                  </a:extLst>
                </a:hlinkClick>
              </a:rPr>
              <a:t>Esta foto</a:t>
            </a:r>
            <a:r>
              <a:rPr lang="es-ES" sz="700">
                <a:solidFill>
                  <a:srgbClr val="FFFFFF"/>
                </a:solidFill>
              </a:rPr>
              <a:t> de Autor desconocido está bajo licencia </a:t>
            </a:r>
            <a:r>
              <a:rPr lang="es-E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s-ES" sz="700">
              <a:solidFill>
                <a:srgbClr val="FFFFFF"/>
              </a:solidFill>
            </a:endParaRPr>
          </a:p>
        </p:txBody>
      </p:sp>
    </p:spTree>
    <p:extLst>
      <p:ext uri="{BB962C8B-B14F-4D97-AF65-F5344CB8AC3E}">
        <p14:creationId xmlns:p14="http://schemas.microsoft.com/office/powerpoint/2010/main" val="14947017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2262</TotalTime>
  <Words>1019</Words>
  <Application>Microsoft Office PowerPoint</Application>
  <PresentationFormat>Panorámica</PresentationFormat>
  <Paragraphs>83</Paragraphs>
  <Slides>15</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Aptos</vt:lpstr>
      <vt:lpstr>Aptos Display</vt:lpstr>
      <vt:lpstr>Arial</vt:lpstr>
      <vt:lpstr>Calibri</vt:lpstr>
      <vt:lpstr>Segoe UI Emoji</vt:lpstr>
      <vt:lpstr>Tema de Office</vt:lpstr>
      <vt:lpstr>Mercado Global del Café</vt:lpstr>
      <vt:lpstr>EDA del Mercado Global del Café</vt:lpstr>
      <vt:lpstr>El fascinante mundo del café</vt:lpstr>
      <vt:lpstr>OBJETIVO</vt:lpstr>
      <vt:lpstr>OBJETIVOS ESPECIFICOS</vt:lpstr>
      <vt:lpstr>HIPÓTESIS</vt:lpstr>
      <vt:lpstr>Presentación de PowerPoint</vt:lpstr>
      <vt:lpstr>Datos reales del mercado global del café</vt:lpstr>
      <vt:lpstr>Limpieza y procesado de los datos</vt:lpstr>
      <vt:lpstr>TOP 10 PRODUCCIÓN</vt:lpstr>
      <vt:lpstr>CONCENTRACIÓN ACUMULADA</vt:lpstr>
      <vt:lpstr>TOP 10 CONSUMIDORES DE CAFE</vt:lpstr>
      <vt:lpstr>Producción vs Exportación </vt:lpstr>
      <vt:lpstr>Relación entre Producción, Exportación y Consumo</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Diana Hoyos Toscano</dc:creator>
  <cp:lastModifiedBy>Diana Hoyos Toscano</cp:lastModifiedBy>
  <cp:revision>2</cp:revision>
  <dcterms:created xsi:type="dcterms:W3CDTF">2025-12-16T08:44:30Z</dcterms:created>
  <dcterms:modified xsi:type="dcterms:W3CDTF">2025-12-27T10:18:55Z</dcterms:modified>
</cp:coreProperties>
</file>